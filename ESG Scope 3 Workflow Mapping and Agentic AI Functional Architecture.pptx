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32"/>
  </p:notesMasterIdLst>
  <p:sldIdLst>
    <p:sldId id="2147479361" r:id="rId5"/>
    <p:sldId id="2147483605" r:id="rId6"/>
    <p:sldId id="2147483591" r:id="rId7"/>
    <p:sldId id="2147483629" r:id="rId8"/>
    <p:sldId id="2147483622" r:id="rId9"/>
    <p:sldId id="2147483623" r:id="rId10"/>
    <p:sldId id="2147483624" r:id="rId11"/>
    <p:sldId id="2147483625" r:id="rId12"/>
    <p:sldId id="2147483626" r:id="rId13"/>
    <p:sldId id="2147483627" r:id="rId14"/>
    <p:sldId id="2147483644" r:id="rId15"/>
    <p:sldId id="2147483645" r:id="rId16"/>
    <p:sldId id="2147483646" r:id="rId17"/>
    <p:sldId id="2147483634" r:id="rId18"/>
    <p:sldId id="2147483635" r:id="rId19"/>
    <p:sldId id="2147483636" r:id="rId20"/>
    <p:sldId id="2147483637" r:id="rId21"/>
    <p:sldId id="2147483638" r:id="rId22"/>
    <p:sldId id="2147483640" r:id="rId23"/>
    <p:sldId id="2147483639" r:id="rId24"/>
    <p:sldId id="2147483641" r:id="rId25"/>
    <p:sldId id="2147483642" r:id="rId26"/>
    <p:sldId id="2147483643" r:id="rId27"/>
    <p:sldId id="2147483631" r:id="rId28"/>
    <p:sldId id="2147483632" r:id="rId29"/>
    <p:sldId id="2147483628" r:id="rId30"/>
    <p:sldId id="214748363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46BF19-1C1C-944E-7984-B990949ED1C5}" name="Cunningham, Matthew" initials="MC" userId="S::Matthew.Cunningham@edelmanDXI.com::e8c5be9a-3236-4a10-bcd2-8dd3ce3e69a5" providerId="AD"/>
  <p188:author id="{B70BD142-A90D-5EBD-C2E0-E7C8461AABDE}" name="Rosario, Karina" initials="KR" userId="S::Karina.Rosario@edelmanDXI.com::6308d5a2-622a-49f1-a2f4-dddfcec1c90c" providerId="AD"/>
  <p188:author id="{8819AD60-638E-5149-618F-CFBFDD3787B8}" name="Morris, John" initials="" userId="S::John.Morris@edelmanDXI.com::6b67d087-efdf-40be-ae20-c6a63e67c902" providerId="AD"/>
  <p188:author id="{43EF2D72-2321-3C5E-FA48-AB332942B1AF}" name="John Palmer" initials="JP" userId="S::John.Palmer@kyndryl.com::486d04e9-b50d-4946-9694-303cb726bfa2" providerId="AD"/>
  <p188:author id="{32625087-8C7F-C215-CD6F-41FB9A4BDBE2}" name="ODea, John" initials="JO" userId="S::John.ODea@edelmandxi.com::949d4bd7-6a9c-4206-ad86-98b428bf9106" providerId="AD"/>
  <p188:author id="{518E70B8-C6EC-4789-09BE-C3BE216BDC4C}" name="Semaca, Michael" initials="MS" userId="S::Michael.Semaca@edelmandxi.com::a1ae8cff-f875-4169-a7dd-359444c8ec91" providerId="AD"/>
  <p188:author id="{09947DD4-E629-4C35-D753-0CBDEC9AD7A5}" name="jenny.galitz.mctighe@kyndryl.com" initials="je" userId="S::urn:spo:guest#jenny.galitz.mctighe@kyndryl.com::" providerId="AD"/>
  <p188:author id="{A923FDE9-132A-1C5E-860F-099870C6714B}" name="Morris, John" initials="MJ" userId="S::john.morris@edelmandxi.com::6b67d087-efdf-40be-ae20-c6a63e67c90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7E3E"/>
    <a:srgbClr val="4CDD84"/>
    <a:srgbClr val="FF462D"/>
    <a:srgbClr val="F2F2F2"/>
    <a:srgbClr val="3D3C3C"/>
    <a:srgbClr val="187E3E"/>
    <a:srgbClr val="E7F5F2"/>
    <a:srgbClr val="3A7B84"/>
    <a:srgbClr val="E4F4F1"/>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7F79B-1F6A-C140-A22D-1E32E2472D2C}" v="2400" dt="2025-08-26T17:59:05.3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443"/>
    <p:restoredTop sz="94609"/>
  </p:normalViewPr>
  <p:slideViewPr>
    <p:cSldViewPr snapToGrid="0">
      <p:cViewPr varScale="1">
        <p:scale>
          <a:sx n="123" d="100"/>
          <a:sy n="123" d="100"/>
        </p:scale>
        <p:origin x="208"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794B55-AAC0-4BA5-952B-808822E76C1F}" type="datetimeFigureOut">
              <a:rPr lang="en-US" smtClean="0"/>
              <a:t>8/27/2025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D2C54-FBBB-48DD-9B5A-9279AA92CB7B}" type="slidenum">
              <a:rPr lang="en-US" smtClean="0"/>
              <a:t>‹#›</a:t>
            </a:fld>
            <a:endParaRPr lang="en-US"/>
          </a:p>
        </p:txBody>
      </p:sp>
    </p:spTree>
    <p:extLst>
      <p:ext uri="{BB962C8B-B14F-4D97-AF65-F5344CB8AC3E}">
        <p14:creationId xmlns:p14="http://schemas.microsoft.com/office/powerpoint/2010/main" val="3565112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2BA7E1BB-25B4-574B-B089-309528012E51}" type="slidenum">
              <a:rPr kumimoji="0" lang="en-US" sz="1200" b="0" i="0" u="none" strike="noStrike" kern="1200" cap="none" spc="0" normalizeH="0" baseline="0" noProof="0">
                <a:ln>
                  <a:noFill/>
                </a:ln>
                <a:solidFill>
                  <a:prstClr val="black"/>
                </a:solidFill>
                <a:effectLst/>
                <a:uLnTx/>
                <a:uFillTx/>
                <a:latin typeface="TWK Everett" panose="020B0204000000000000" pitchFamily="34" charset="77"/>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TWK Everett" panose="020B0204000000000000" pitchFamily="34" charset="77"/>
              <a:ea typeface="+mn-ea"/>
              <a:cs typeface="+mn-cs"/>
            </a:endParaRPr>
          </a:p>
        </p:txBody>
      </p:sp>
    </p:spTree>
    <p:extLst>
      <p:ext uri="{BB962C8B-B14F-4D97-AF65-F5344CB8AC3E}">
        <p14:creationId xmlns:p14="http://schemas.microsoft.com/office/powerpoint/2010/main" val="365774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28B02-ED11-3679-C411-88BB33129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3125B-FF8E-3CBD-62ED-3DEF5A584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970AB-FBCE-2406-DC0C-4D1D2850BBD6}"/>
              </a:ext>
            </a:extLst>
          </p:cNvPr>
          <p:cNvSpPr>
            <a:spLocks noGrp="1"/>
          </p:cNvSpPr>
          <p:nvPr>
            <p:ph type="body" idx="1"/>
          </p:nvPr>
        </p:nvSpPr>
        <p:spPr/>
        <p:txBody>
          <a:bodyPr/>
          <a:lstStyle/>
          <a:p>
            <a:endParaRPr lang="en-US" sz="1200" b="0" i="0" u="none" strike="noStrike">
              <a:effectLst/>
              <a:latin typeface="Arial" panose="020B0604020202020204" pitchFamily="34" charset="0"/>
            </a:endParaRPr>
          </a:p>
        </p:txBody>
      </p:sp>
    </p:spTree>
    <p:extLst>
      <p:ext uri="{BB962C8B-B14F-4D97-AF65-F5344CB8AC3E}">
        <p14:creationId xmlns:p14="http://schemas.microsoft.com/office/powerpoint/2010/main" val="3772323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F09D1-136A-761E-D338-5D0FD9C6E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12EA6-8139-54FF-40AE-5312E1634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31347-00AF-C738-B41F-030CAAB58B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EE553C-A380-5DB4-B8CB-735AB627A939}"/>
              </a:ext>
            </a:extLst>
          </p:cNvPr>
          <p:cNvSpPr>
            <a:spLocks noGrp="1"/>
          </p:cNvSpPr>
          <p:nvPr>
            <p:ph type="sldNum" sz="quarter" idx="5"/>
          </p:nvPr>
        </p:nvSpPr>
        <p:spPr/>
        <p:txBody>
          <a:bodyPr/>
          <a:lstStyle/>
          <a:p>
            <a:fld id="{E95D2C54-FBBB-48DD-9B5A-9279AA92CB7B}" type="slidenum">
              <a:rPr lang="en-US" smtClean="0"/>
              <a:t>5</a:t>
            </a:fld>
            <a:endParaRPr lang="en-US"/>
          </a:p>
        </p:txBody>
      </p:sp>
    </p:spTree>
    <p:extLst>
      <p:ext uri="{BB962C8B-B14F-4D97-AF65-F5344CB8AC3E}">
        <p14:creationId xmlns:p14="http://schemas.microsoft.com/office/powerpoint/2010/main" val="506636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8912-62AA-1047-1784-C1D2075CA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F8774-CAC2-DC63-A317-D1574A0C2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4B02B-092C-CA5D-56F5-E79B2180DF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96DADC-0F69-3D04-06C3-EA0D49C35D3E}"/>
              </a:ext>
            </a:extLst>
          </p:cNvPr>
          <p:cNvSpPr>
            <a:spLocks noGrp="1"/>
          </p:cNvSpPr>
          <p:nvPr>
            <p:ph type="sldNum" sz="quarter" idx="5"/>
          </p:nvPr>
        </p:nvSpPr>
        <p:spPr/>
        <p:txBody>
          <a:bodyPr/>
          <a:lstStyle/>
          <a:p>
            <a:fld id="{E95D2C54-FBBB-48DD-9B5A-9279AA92CB7B}" type="slidenum">
              <a:rPr lang="en-US" smtClean="0"/>
              <a:t>6</a:t>
            </a:fld>
            <a:endParaRPr lang="en-US"/>
          </a:p>
        </p:txBody>
      </p:sp>
    </p:spTree>
    <p:extLst>
      <p:ext uri="{BB962C8B-B14F-4D97-AF65-F5344CB8AC3E}">
        <p14:creationId xmlns:p14="http://schemas.microsoft.com/office/powerpoint/2010/main" val="1017680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8B1B8-2F96-5B0E-044C-9729B3462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90DDE-5D0D-6755-E027-7C0425470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1E304-6ACF-898A-3AD9-59537C0620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C55DF3-BFE0-0100-2C07-2AB24EC2C71C}"/>
              </a:ext>
            </a:extLst>
          </p:cNvPr>
          <p:cNvSpPr>
            <a:spLocks noGrp="1"/>
          </p:cNvSpPr>
          <p:nvPr>
            <p:ph type="sldNum" sz="quarter" idx="5"/>
          </p:nvPr>
        </p:nvSpPr>
        <p:spPr/>
        <p:txBody>
          <a:bodyPr/>
          <a:lstStyle/>
          <a:p>
            <a:fld id="{E95D2C54-FBBB-48DD-9B5A-9279AA92CB7B}" type="slidenum">
              <a:rPr lang="en-US" smtClean="0"/>
              <a:t>7</a:t>
            </a:fld>
            <a:endParaRPr lang="en-US"/>
          </a:p>
        </p:txBody>
      </p:sp>
    </p:spTree>
    <p:extLst>
      <p:ext uri="{BB962C8B-B14F-4D97-AF65-F5344CB8AC3E}">
        <p14:creationId xmlns:p14="http://schemas.microsoft.com/office/powerpoint/2010/main" val="1004158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C744-5709-F64C-8B82-1BAB4469E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0FF4D-251C-E01E-14A9-DE1B8044F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77012-4910-FC92-1582-8F3FE1B2A1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913CFE-00C4-3904-74E8-994043424596}"/>
              </a:ext>
            </a:extLst>
          </p:cNvPr>
          <p:cNvSpPr>
            <a:spLocks noGrp="1"/>
          </p:cNvSpPr>
          <p:nvPr>
            <p:ph type="sldNum" sz="quarter" idx="5"/>
          </p:nvPr>
        </p:nvSpPr>
        <p:spPr/>
        <p:txBody>
          <a:bodyPr/>
          <a:lstStyle/>
          <a:p>
            <a:fld id="{E95D2C54-FBBB-48DD-9B5A-9279AA92CB7B}" type="slidenum">
              <a:rPr lang="en-US" smtClean="0"/>
              <a:t>8</a:t>
            </a:fld>
            <a:endParaRPr lang="en-US"/>
          </a:p>
        </p:txBody>
      </p:sp>
    </p:spTree>
    <p:extLst>
      <p:ext uri="{BB962C8B-B14F-4D97-AF65-F5344CB8AC3E}">
        <p14:creationId xmlns:p14="http://schemas.microsoft.com/office/powerpoint/2010/main" val="882694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22FCE-0EFB-1A0E-0BF7-4B258A1D1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88982-6B1B-2AB4-6F43-C042ED196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473B2-925F-5E1C-3A2D-AF82634A9D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682120-1C36-796A-A696-7673D54F5CBF}"/>
              </a:ext>
            </a:extLst>
          </p:cNvPr>
          <p:cNvSpPr>
            <a:spLocks noGrp="1"/>
          </p:cNvSpPr>
          <p:nvPr>
            <p:ph type="sldNum" sz="quarter" idx="5"/>
          </p:nvPr>
        </p:nvSpPr>
        <p:spPr/>
        <p:txBody>
          <a:bodyPr/>
          <a:lstStyle/>
          <a:p>
            <a:fld id="{E95D2C54-FBBB-48DD-9B5A-9279AA92CB7B}" type="slidenum">
              <a:rPr lang="en-US" smtClean="0"/>
              <a:t>9</a:t>
            </a:fld>
            <a:endParaRPr lang="en-US"/>
          </a:p>
        </p:txBody>
      </p:sp>
    </p:spTree>
    <p:extLst>
      <p:ext uri="{BB962C8B-B14F-4D97-AF65-F5344CB8AC3E}">
        <p14:creationId xmlns:p14="http://schemas.microsoft.com/office/powerpoint/2010/main" val="1018543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16D96-0EF7-B5F4-E783-43CE1D52F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EB8DC-1F7F-A366-86A4-59EAB1397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71FAA-A64D-D0E5-C713-1958CCB751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F36E4C-7CBE-46A5-6AE3-9CE8D063F34F}"/>
              </a:ext>
            </a:extLst>
          </p:cNvPr>
          <p:cNvSpPr>
            <a:spLocks noGrp="1"/>
          </p:cNvSpPr>
          <p:nvPr>
            <p:ph type="sldNum" sz="quarter" idx="5"/>
          </p:nvPr>
        </p:nvSpPr>
        <p:spPr/>
        <p:txBody>
          <a:bodyPr/>
          <a:lstStyle/>
          <a:p>
            <a:fld id="{E95D2C54-FBBB-48DD-9B5A-9279AA92CB7B}" type="slidenum">
              <a:rPr lang="en-US" smtClean="0"/>
              <a:t>10</a:t>
            </a:fld>
            <a:endParaRPr lang="en-US"/>
          </a:p>
        </p:txBody>
      </p:sp>
    </p:spTree>
    <p:extLst>
      <p:ext uri="{BB962C8B-B14F-4D97-AF65-F5344CB8AC3E}">
        <p14:creationId xmlns:p14="http://schemas.microsoft.com/office/powerpoint/2010/main" val="484569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FD889-933D-7B06-DBA3-D8C3DC802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24698-19AF-3EB8-9FF3-2E9161687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A237E-32E8-B089-B784-CBC43B2BD6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422EDC-A8A8-31B4-190D-990CDE370131}"/>
              </a:ext>
            </a:extLst>
          </p:cNvPr>
          <p:cNvSpPr>
            <a:spLocks noGrp="1"/>
          </p:cNvSpPr>
          <p:nvPr>
            <p:ph type="sldNum" sz="quarter" idx="5"/>
          </p:nvPr>
        </p:nvSpPr>
        <p:spPr/>
        <p:txBody>
          <a:bodyPr/>
          <a:lstStyle/>
          <a:p>
            <a:fld id="{E95D2C54-FBBB-48DD-9B5A-9279AA92CB7B}" type="slidenum">
              <a:rPr lang="en-US" smtClean="0"/>
              <a:t>12</a:t>
            </a:fld>
            <a:endParaRPr lang="en-US"/>
          </a:p>
        </p:txBody>
      </p:sp>
    </p:spTree>
    <p:extLst>
      <p:ext uri="{BB962C8B-B14F-4D97-AF65-F5344CB8AC3E}">
        <p14:creationId xmlns:p14="http://schemas.microsoft.com/office/powerpoint/2010/main" val="1442490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381D-08AF-524D-E115-C83E52361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E68E0-1042-9578-EDA6-D62F8EDC2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9C3D5-C7A2-A772-2CCC-745A0A0D40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1ECE90-42B4-0A58-7174-AEEE54574447}"/>
              </a:ext>
            </a:extLst>
          </p:cNvPr>
          <p:cNvSpPr>
            <a:spLocks noGrp="1"/>
          </p:cNvSpPr>
          <p:nvPr>
            <p:ph type="sldNum" sz="quarter" idx="5"/>
          </p:nvPr>
        </p:nvSpPr>
        <p:spPr/>
        <p:txBody>
          <a:bodyPr/>
          <a:lstStyle/>
          <a:p>
            <a:fld id="{E95D2C54-FBBB-48DD-9B5A-9279AA92CB7B}" type="slidenum">
              <a:rPr lang="en-US" smtClean="0"/>
              <a:t>13</a:t>
            </a:fld>
            <a:endParaRPr lang="en-US"/>
          </a:p>
        </p:txBody>
      </p:sp>
    </p:spTree>
    <p:extLst>
      <p:ext uri="{BB962C8B-B14F-4D97-AF65-F5344CB8AC3E}">
        <p14:creationId xmlns:p14="http://schemas.microsoft.com/office/powerpoint/2010/main" val="3361807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CD1AE-CA48-0974-DA06-2EACDA241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B9C33-198B-902E-02EE-066E36A5A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176FD-0A90-E845-5217-11C5AC7D4A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8CFF3-5B5B-551F-7088-84D775A4F305}"/>
              </a:ext>
            </a:extLst>
          </p:cNvPr>
          <p:cNvSpPr>
            <a:spLocks noGrp="1"/>
          </p:cNvSpPr>
          <p:nvPr>
            <p:ph type="sldNum" sz="quarter" idx="5"/>
          </p:nvPr>
        </p:nvSpPr>
        <p:spPr/>
        <p:txBody>
          <a:bodyPr/>
          <a:lstStyle/>
          <a:p>
            <a:fld id="{E95D2C54-FBBB-48DD-9B5A-9279AA92CB7B}" type="slidenum">
              <a:rPr lang="en-US" smtClean="0"/>
              <a:t>14</a:t>
            </a:fld>
            <a:endParaRPr lang="en-US"/>
          </a:p>
        </p:txBody>
      </p:sp>
    </p:spTree>
    <p:extLst>
      <p:ext uri="{BB962C8B-B14F-4D97-AF65-F5344CB8AC3E}">
        <p14:creationId xmlns:p14="http://schemas.microsoft.com/office/powerpoint/2010/main" val="4256652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2740-CA0C-5566-A615-D384B5F26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D2AD2-787D-B766-8032-285EA74B6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0E54A-35DC-6FF3-D489-21F48EFD4D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BAA78F-974E-7EFE-7C11-F4660DC1D5E9}"/>
              </a:ext>
            </a:extLst>
          </p:cNvPr>
          <p:cNvSpPr>
            <a:spLocks noGrp="1"/>
          </p:cNvSpPr>
          <p:nvPr>
            <p:ph type="sldNum" sz="quarter" idx="5"/>
          </p:nvPr>
        </p:nvSpPr>
        <p:spPr/>
        <p:txBody>
          <a:bodyPr/>
          <a:lstStyle/>
          <a:p>
            <a:fld id="{E95D2C54-FBBB-48DD-9B5A-9279AA92CB7B}" type="slidenum">
              <a:rPr lang="en-US" smtClean="0"/>
              <a:t>15</a:t>
            </a:fld>
            <a:endParaRPr lang="en-US"/>
          </a:p>
        </p:txBody>
      </p:sp>
    </p:spTree>
    <p:extLst>
      <p:ext uri="{BB962C8B-B14F-4D97-AF65-F5344CB8AC3E}">
        <p14:creationId xmlns:p14="http://schemas.microsoft.com/office/powerpoint/2010/main" val="3421561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DBBE3-1FA2-0F95-AF39-A06187A83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C0F46-D28A-C82A-0261-C8E9477F4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CAD70-C7FE-DF40-BE50-332721BEBE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EE8061-BA1B-1EF4-9465-2119FCCB4D16}"/>
              </a:ext>
            </a:extLst>
          </p:cNvPr>
          <p:cNvSpPr>
            <a:spLocks noGrp="1"/>
          </p:cNvSpPr>
          <p:nvPr>
            <p:ph type="sldNum" sz="quarter" idx="5"/>
          </p:nvPr>
        </p:nvSpPr>
        <p:spPr/>
        <p:txBody>
          <a:bodyPr/>
          <a:lstStyle/>
          <a:p>
            <a:fld id="{E95D2C54-FBBB-48DD-9B5A-9279AA92CB7B}" type="slidenum">
              <a:rPr lang="en-US" smtClean="0"/>
              <a:t>16</a:t>
            </a:fld>
            <a:endParaRPr lang="en-US"/>
          </a:p>
        </p:txBody>
      </p:sp>
    </p:spTree>
    <p:extLst>
      <p:ext uri="{BB962C8B-B14F-4D97-AF65-F5344CB8AC3E}">
        <p14:creationId xmlns:p14="http://schemas.microsoft.com/office/powerpoint/2010/main" val="918850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3F96-F06A-8B14-7926-60B71919C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46819-BC62-AACD-D372-3482EDF40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613FE-5324-DCB1-CA07-4696455E01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ECA200-57B7-7507-5102-4EA686B09CFF}"/>
              </a:ext>
            </a:extLst>
          </p:cNvPr>
          <p:cNvSpPr>
            <a:spLocks noGrp="1"/>
          </p:cNvSpPr>
          <p:nvPr>
            <p:ph type="sldNum" sz="quarter" idx="5"/>
          </p:nvPr>
        </p:nvSpPr>
        <p:spPr/>
        <p:txBody>
          <a:bodyPr/>
          <a:lstStyle/>
          <a:p>
            <a:fld id="{E95D2C54-FBBB-48DD-9B5A-9279AA92CB7B}" type="slidenum">
              <a:rPr lang="en-US" smtClean="0"/>
              <a:t>17</a:t>
            </a:fld>
            <a:endParaRPr lang="en-US"/>
          </a:p>
        </p:txBody>
      </p:sp>
    </p:spTree>
    <p:extLst>
      <p:ext uri="{BB962C8B-B14F-4D97-AF65-F5344CB8AC3E}">
        <p14:creationId xmlns:p14="http://schemas.microsoft.com/office/powerpoint/2010/main" val="3864489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584D-D8B1-F76F-3981-950249EE9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872B-F4ED-EB8A-7871-3D6D96C23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AEA42-A152-42B8-D61F-576099398F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F4F1B1-2F4D-3CC7-90A8-0E5E439BA7DE}"/>
              </a:ext>
            </a:extLst>
          </p:cNvPr>
          <p:cNvSpPr>
            <a:spLocks noGrp="1"/>
          </p:cNvSpPr>
          <p:nvPr>
            <p:ph type="sldNum" sz="quarter" idx="5"/>
          </p:nvPr>
        </p:nvSpPr>
        <p:spPr/>
        <p:txBody>
          <a:bodyPr/>
          <a:lstStyle/>
          <a:p>
            <a:fld id="{E95D2C54-FBBB-48DD-9B5A-9279AA92CB7B}" type="slidenum">
              <a:rPr lang="en-US" smtClean="0"/>
              <a:t>18</a:t>
            </a:fld>
            <a:endParaRPr lang="en-US"/>
          </a:p>
        </p:txBody>
      </p:sp>
    </p:spTree>
    <p:extLst>
      <p:ext uri="{BB962C8B-B14F-4D97-AF65-F5344CB8AC3E}">
        <p14:creationId xmlns:p14="http://schemas.microsoft.com/office/powerpoint/2010/main" val="1108360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547E-3FA1-293E-95CF-2F7EAC424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74A12-75EB-4949-99F5-74663EB1F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2024E-2229-FEE8-99DC-E6A1F706BD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04D3F7-1F2D-9862-707D-F10004CD7134}"/>
              </a:ext>
            </a:extLst>
          </p:cNvPr>
          <p:cNvSpPr>
            <a:spLocks noGrp="1"/>
          </p:cNvSpPr>
          <p:nvPr>
            <p:ph type="sldNum" sz="quarter" idx="5"/>
          </p:nvPr>
        </p:nvSpPr>
        <p:spPr/>
        <p:txBody>
          <a:bodyPr/>
          <a:lstStyle/>
          <a:p>
            <a:fld id="{E95D2C54-FBBB-48DD-9B5A-9279AA92CB7B}" type="slidenum">
              <a:rPr lang="en-US" smtClean="0"/>
              <a:t>19</a:t>
            </a:fld>
            <a:endParaRPr lang="en-US"/>
          </a:p>
        </p:txBody>
      </p:sp>
    </p:spTree>
    <p:extLst>
      <p:ext uri="{BB962C8B-B14F-4D97-AF65-F5344CB8AC3E}">
        <p14:creationId xmlns:p14="http://schemas.microsoft.com/office/powerpoint/2010/main" val="2527622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ADB3B-A327-248C-2654-0AC38110E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6FF06-6BF0-141B-4507-ECED7FBED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E45F2-E0C5-C121-D1B9-EF24B61966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7B06A0-514F-9382-D767-DE56450CACE0}"/>
              </a:ext>
            </a:extLst>
          </p:cNvPr>
          <p:cNvSpPr>
            <a:spLocks noGrp="1"/>
          </p:cNvSpPr>
          <p:nvPr>
            <p:ph type="sldNum" sz="quarter" idx="5"/>
          </p:nvPr>
        </p:nvSpPr>
        <p:spPr/>
        <p:txBody>
          <a:bodyPr/>
          <a:lstStyle/>
          <a:p>
            <a:fld id="{E95D2C54-FBBB-48DD-9B5A-9279AA92CB7B}" type="slidenum">
              <a:rPr lang="en-US" smtClean="0"/>
              <a:t>20</a:t>
            </a:fld>
            <a:endParaRPr lang="en-US"/>
          </a:p>
        </p:txBody>
      </p:sp>
    </p:spTree>
    <p:extLst>
      <p:ext uri="{BB962C8B-B14F-4D97-AF65-F5344CB8AC3E}">
        <p14:creationId xmlns:p14="http://schemas.microsoft.com/office/powerpoint/2010/main" val="1308265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19F7A-C71F-FD14-DCCA-BB135D1AA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C0C35-10AB-34B3-7F71-B7423CC08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3A173-E740-5809-BD31-9A89A7C984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315C94-54C0-3544-BB75-E0D899FEB23D}"/>
              </a:ext>
            </a:extLst>
          </p:cNvPr>
          <p:cNvSpPr>
            <a:spLocks noGrp="1"/>
          </p:cNvSpPr>
          <p:nvPr>
            <p:ph type="sldNum" sz="quarter" idx="5"/>
          </p:nvPr>
        </p:nvSpPr>
        <p:spPr/>
        <p:txBody>
          <a:bodyPr/>
          <a:lstStyle/>
          <a:p>
            <a:fld id="{E95D2C54-FBBB-48DD-9B5A-9279AA92CB7B}" type="slidenum">
              <a:rPr lang="en-US" smtClean="0"/>
              <a:t>21</a:t>
            </a:fld>
            <a:endParaRPr lang="en-US"/>
          </a:p>
        </p:txBody>
      </p:sp>
    </p:spTree>
    <p:extLst>
      <p:ext uri="{BB962C8B-B14F-4D97-AF65-F5344CB8AC3E}">
        <p14:creationId xmlns:p14="http://schemas.microsoft.com/office/powerpoint/2010/main" val="2840674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E1C9-9962-4D7A-5024-02C87D136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4DC19-1E81-122E-2DE6-663B9D4126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09027-04B1-62BA-487E-BC04779880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7EB805-0C46-9856-1BFB-482834E9B366}"/>
              </a:ext>
            </a:extLst>
          </p:cNvPr>
          <p:cNvSpPr>
            <a:spLocks noGrp="1"/>
          </p:cNvSpPr>
          <p:nvPr>
            <p:ph type="sldNum" sz="quarter" idx="5"/>
          </p:nvPr>
        </p:nvSpPr>
        <p:spPr/>
        <p:txBody>
          <a:bodyPr/>
          <a:lstStyle/>
          <a:p>
            <a:fld id="{E95D2C54-FBBB-48DD-9B5A-9279AA92CB7B}" type="slidenum">
              <a:rPr lang="en-US" smtClean="0"/>
              <a:t>22</a:t>
            </a:fld>
            <a:endParaRPr lang="en-US"/>
          </a:p>
        </p:txBody>
      </p:sp>
    </p:spTree>
    <p:extLst>
      <p:ext uri="{BB962C8B-B14F-4D97-AF65-F5344CB8AC3E}">
        <p14:creationId xmlns:p14="http://schemas.microsoft.com/office/powerpoint/2010/main" val="1333994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5CE2-7876-A045-C10D-9B079817A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4BE89-FAC6-EA71-3116-F464E6870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00794-0490-3439-33FC-8BC08F5C0F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AF8415-3EDF-28B8-230A-33119012D521}"/>
              </a:ext>
            </a:extLst>
          </p:cNvPr>
          <p:cNvSpPr>
            <a:spLocks noGrp="1"/>
          </p:cNvSpPr>
          <p:nvPr>
            <p:ph type="sldNum" sz="quarter" idx="5"/>
          </p:nvPr>
        </p:nvSpPr>
        <p:spPr/>
        <p:txBody>
          <a:bodyPr/>
          <a:lstStyle/>
          <a:p>
            <a:fld id="{E95D2C54-FBBB-48DD-9B5A-9279AA92CB7B}" type="slidenum">
              <a:rPr lang="en-US" smtClean="0"/>
              <a:t>23</a:t>
            </a:fld>
            <a:endParaRPr lang="en-US"/>
          </a:p>
        </p:txBody>
      </p:sp>
    </p:spTree>
    <p:extLst>
      <p:ext uri="{BB962C8B-B14F-4D97-AF65-F5344CB8AC3E}">
        <p14:creationId xmlns:p14="http://schemas.microsoft.com/office/powerpoint/2010/main" val="411290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F37C1-24B6-96A0-6110-1BFE89070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88085-77FF-BA1C-E653-273CE9033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D2A3B-D0C8-3F0A-09F6-8A200146B9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252F1A-18A4-0089-88BE-6F7518E166E6}"/>
              </a:ext>
            </a:extLst>
          </p:cNvPr>
          <p:cNvSpPr>
            <a:spLocks noGrp="1"/>
          </p:cNvSpPr>
          <p:nvPr>
            <p:ph type="sldNum" sz="quarter" idx="5"/>
          </p:nvPr>
        </p:nvSpPr>
        <p:spPr/>
        <p:txBody>
          <a:bodyPr/>
          <a:lstStyle/>
          <a:p>
            <a:fld id="{E95D2C54-FBBB-48DD-9B5A-9279AA92CB7B}" type="slidenum">
              <a:rPr lang="en-US" smtClean="0"/>
              <a:t>25</a:t>
            </a:fld>
            <a:endParaRPr lang="en-US"/>
          </a:p>
        </p:txBody>
      </p:sp>
    </p:spTree>
    <p:extLst>
      <p:ext uri="{BB962C8B-B14F-4D97-AF65-F5344CB8AC3E}">
        <p14:creationId xmlns:p14="http://schemas.microsoft.com/office/powerpoint/2010/main" val="4149438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DB9D-9E5E-667F-C554-6EE760821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A45A0-6A60-066A-9247-FEDDE6541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EB56EB-52CD-8F1F-CA5D-176BA868A0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4F3E92-2698-61CB-FD1D-B4C2307BD6E3}"/>
              </a:ext>
            </a:extLst>
          </p:cNvPr>
          <p:cNvSpPr>
            <a:spLocks noGrp="1"/>
          </p:cNvSpPr>
          <p:nvPr>
            <p:ph type="sldNum" sz="quarter" idx="5"/>
          </p:nvPr>
        </p:nvSpPr>
        <p:spPr/>
        <p:txBody>
          <a:bodyPr/>
          <a:lstStyle/>
          <a:p>
            <a:fld id="{E95D2C54-FBBB-48DD-9B5A-9279AA92CB7B}" type="slidenum">
              <a:rPr lang="en-US" smtClean="0"/>
              <a:t>26</a:t>
            </a:fld>
            <a:endParaRPr lang="en-US"/>
          </a:p>
        </p:txBody>
      </p:sp>
    </p:spTree>
    <p:extLst>
      <p:ext uri="{BB962C8B-B14F-4D97-AF65-F5344CB8AC3E}">
        <p14:creationId xmlns:p14="http://schemas.microsoft.com/office/powerpoint/2010/main" val="1274367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596F92-095B-E0FC-C395-ED918F09BE1E}"/>
              </a:ext>
            </a:extLst>
          </p:cNvPr>
          <p:cNvSpPr>
            <a:spLocks noGrp="1"/>
          </p:cNvSpPr>
          <p:nvPr>
            <p:ph type="sldNum" sz="quarter" idx="10"/>
          </p:nvPr>
        </p:nvSpPr>
        <p:spPr/>
        <p:txBody>
          <a:bodyPr/>
          <a:lstStyle/>
          <a:p>
            <a:fld id="{BB55D76A-9B6E-CD41-ABBE-F6C938295BAD}" type="slidenum">
              <a:rPr lang="en-US" smtClean="0"/>
              <a:pPr/>
              <a:t>‹#›</a:t>
            </a:fld>
            <a:endParaRPr lang="en-US"/>
          </a:p>
        </p:txBody>
      </p:sp>
      <p:pic>
        <p:nvPicPr>
          <p:cNvPr id="4" name="Picture 3">
            <a:extLst>
              <a:ext uri="{FF2B5EF4-FFF2-40B4-BE49-F238E27FC236}">
                <a16:creationId xmlns:a16="http://schemas.microsoft.com/office/drawing/2014/main" id="{D5FA0A8E-5BE6-D811-20DB-5FB22F4B5ACE}"/>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844714140"/>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hort Title 1">
    <p:bg>
      <p:bgPr>
        <a:solidFill>
          <a:srgbClr val="FF462D"/>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B7E210A-CC7B-864B-AC6F-C7E9E7BC7B2B}"/>
              </a:ext>
            </a:extLst>
          </p:cNvPr>
          <p:cNvSpPr>
            <a:spLocks noGrp="1"/>
          </p:cNvSpPr>
          <p:nvPr>
            <p:ph type="body" sz="quarter" idx="16" hasCustomPrompt="1"/>
          </p:nvPr>
        </p:nvSpPr>
        <p:spPr>
          <a:xfrm>
            <a:off x="228600" y="3657600"/>
            <a:ext cx="11734800" cy="2651760"/>
          </a:xfrm>
          <a:prstGeom prst="rect">
            <a:avLst/>
          </a:prstGeom>
        </p:spPr>
        <p:txBody>
          <a:bodyPr lIns="0" tIns="0" rIns="0" bIns="0" anchor="b">
            <a:noAutofit/>
          </a:bodyPr>
          <a:lstStyle>
            <a:lvl1pPr marL="0" indent="0">
              <a:buNone/>
              <a:defRPr sz="11500" b="0" i="0">
                <a:solidFill>
                  <a:schemeClr val="bg1"/>
                </a:solidFill>
                <a:latin typeface="TWK Everett" panose="020B0204000000000000" pitchFamily="34" charset="77"/>
              </a:defRPr>
            </a:lvl1pPr>
          </a:lstStyle>
          <a:p>
            <a:pPr lvl="0"/>
            <a:r>
              <a:rPr lang="en-US"/>
              <a:t>Title goes here</a:t>
            </a:r>
          </a:p>
        </p:txBody>
      </p:sp>
      <p:sp>
        <p:nvSpPr>
          <p:cNvPr id="6" name="Text Placeholder 5">
            <a:extLst>
              <a:ext uri="{FF2B5EF4-FFF2-40B4-BE49-F238E27FC236}">
                <a16:creationId xmlns:a16="http://schemas.microsoft.com/office/drawing/2014/main" id="{5F4A87DD-957F-6E4C-87FA-7402322BD111}"/>
              </a:ext>
            </a:extLst>
          </p:cNvPr>
          <p:cNvSpPr>
            <a:spLocks noGrp="1"/>
          </p:cNvSpPr>
          <p:nvPr>
            <p:ph type="body" sz="quarter" idx="17" hasCustomPrompt="1"/>
          </p:nvPr>
        </p:nvSpPr>
        <p:spPr>
          <a:xfrm>
            <a:off x="6324546" y="1562788"/>
            <a:ext cx="5638854" cy="457200"/>
          </a:xfrm>
        </p:spPr>
        <p:txBody>
          <a:bodyPr/>
          <a:lstStyle>
            <a:lvl1pPr marL="0" indent="0">
              <a:buNone/>
              <a:defRPr sz="1200" b="0" i="0">
                <a:solidFill>
                  <a:schemeClr val="bg1"/>
                </a:solidFill>
                <a:latin typeface="TWK Everett" panose="020B0204000000000000" pitchFamily="34"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 role, group </a:t>
            </a:r>
          </a:p>
        </p:txBody>
      </p:sp>
      <p:sp>
        <p:nvSpPr>
          <p:cNvPr id="10" name="Text Placeholder 3">
            <a:extLst>
              <a:ext uri="{FF2B5EF4-FFF2-40B4-BE49-F238E27FC236}">
                <a16:creationId xmlns:a16="http://schemas.microsoft.com/office/drawing/2014/main" id="{8660AD13-7478-414E-8B91-22C3FCFEF1C7}"/>
              </a:ext>
            </a:extLst>
          </p:cNvPr>
          <p:cNvSpPr>
            <a:spLocks noGrp="1"/>
          </p:cNvSpPr>
          <p:nvPr>
            <p:ph type="body" sz="quarter" idx="13" hasCustomPrompt="1"/>
          </p:nvPr>
        </p:nvSpPr>
        <p:spPr>
          <a:xfrm>
            <a:off x="240828" y="6366302"/>
            <a:ext cx="2616994" cy="174086"/>
          </a:xfrm>
          <a:prstGeom prst="rect">
            <a:avLst/>
          </a:prstGeom>
        </p:spPr>
        <p:txBody>
          <a:bodyPr lIns="0" tIns="0" rIns="0" bIns="0">
            <a:noAutofit/>
          </a:bodyPr>
          <a:lstStyle>
            <a:lvl1pPr marL="0" indent="0">
              <a:buNone/>
              <a:defRPr sz="1200" b="0" i="0">
                <a:solidFill>
                  <a:schemeClr val="bg1"/>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sp>
        <p:nvSpPr>
          <p:cNvPr id="7" name="Text Placeholder 21">
            <a:extLst>
              <a:ext uri="{FF2B5EF4-FFF2-40B4-BE49-F238E27FC236}">
                <a16:creationId xmlns:a16="http://schemas.microsoft.com/office/drawing/2014/main" id="{B98825AB-43C6-2848-BD92-EF1858E83CB7}"/>
              </a:ext>
            </a:extLst>
          </p:cNvPr>
          <p:cNvSpPr>
            <a:spLocks noGrp="1"/>
          </p:cNvSpPr>
          <p:nvPr>
            <p:ph type="body" sz="quarter" idx="15" hasCustomPrompt="1"/>
          </p:nvPr>
        </p:nvSpPr>
        <p:spPr>
          <a:xfrm>
            <a:off x="6334957" y="390199"/>
            <a:ext cx="5609038" cy="522797"/>
          </a:xfrm>
          <a:prstGeom prst="rect">
            <a:avLst/>
          </a:prstGeom>
        </p:spPr>
        <p:txBody>
          <a:bodyPr lIns="0" tIns="0" rIns="0" bIns="0" anchor="t">
            <a:noAutofit/>
          </a:bodyPr>
          <a:lstStyle>
            <a:lvl1pPr marL="0" indent="0">
              <a:lnSpc>
                <a:spcPts val="1600"/>
              </a:lnSpc>
              <a:buNone/>
              <a:defRPr sz="2000" b="0" i="0">
                <a:solidFill>
                  <a:schemeClr val="bg1"/>
                </a:solidFill>
                <a:latin typeface="TWK Everett" panose="020B0204000000000000" pitchFamily="34" charset="77"/>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Subtitle</a:t>
            </a:r>
          </a:p>
        </p:txBody>
      </p:sp>
      <p:pic>
        <p:nvPicPr>
          <p:cNvPr id="2" name="Picture 1">
            <a:extLst>
              <a:ext uri="{FF2B5EF4-FFF2-40B4-BE49-F238E27FC236}">
                <a16:creationId xmlns:a16="http://schemas.microsoft.com/office/drawing/2014/main" id="{DB6111BE-AF33-F17F-7343-3FE31A87B7F7}"/>
              </a:ext>
            </a:extLst>
          </p:cNvPr>
          <p:cNvPicPr>
            <a:picLocks noChangeAspect="1"/>
          </p:cNvPicPr>
          <p:nvPr userDrawn="1"/>
        </p:nvPicPr>
        <p:blipFill>
          <a:blip r:embed="rId2"/>
          <a:stretch>
            <a:fillRect/>
          </a:stretch>
        </p:blipFill>
        <p:spPr>
          <a:xfrm>
            <a:off x="232734" y="342900"/>
            <a:ext cx="1381539" cy="441991"/>
          </a:xfrm>
          <a:prstGeom prst="rect">
            <a:avLst/>
          </a:prstGeom>
        </p:spPr>
      </p:pic>
    </p:spTree>
    <p:extLst>
      <p:ext uri="{BB962C8B-B14F-4D97-AF65-F5344CB8AC3E}">
        <p14:creationId xmlns:p14="http://schemas.microsoft.com/office/powerpoint/2010/main" val="3164250834"/>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 Title Spruce">
    <p:bg>
      <p:bgPr>
        <a:solidFill>
          <a:srgbClr val="29707A"/>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B7E210A-CC7B-864B-AC6F-C7E9E7BC7B2B}"/>
              </a:ext>
            </a:extLst>
          </p:cNvPr>
          <p:cNvSpPr>
            <a:spLocks noGrp="1"/>
          </p:cNvSpPr>
          <p:nvPr>
            <p:ph type="body" sz="quarter" idx="16" hasCustomPrompt="1"/>
          </p:nvPr>
        </p:nvSpPr>
        <p:spPr>
          <a:xfrm>
            <a:off x="228600" y="3657600"/>
            <a:ext cx="11734800" cy="2651760"/>
          </a:xfrm>
          <a:prstGeom prst="rect">
            <a:avLst/>
          </a:prstGeom>
        </p:spPr>
        <p:txBody>
          <a:bodyPr lIns="0" tIns="0" rIns="0" bIns="0" anchor="b">
            <a:noAutofit/>
          </a:bodyPr>
          <a:lstStyle>
            <a:lvl1pPr marL="0" indent="0">
              <a:buNone/>
              <a:defRPr sz="11500" b="0" i="0">
                <a:solidFill>
                  <a:schemeClr val="bg1"/>
                </a:solidFill>
                <a:latin typeface="TWK Everett" panose="020B0204000000000000" pitchFamily="34" charset="77"/>
              </a:defRPr>
            </a:lvl1pPr>
          </a:lstStyle>
          <a:p>
            <a:pPr lvl="0"/>
            <a:r>
              <a:rPr lang="en-US"/>
              <a:t>Title goes here</a:t>
            </a:r>
          </a:p>
        </p:txBody>
      </p:sp>
      <p:sp>
        <p:nvSpPr>
          <p:cNvPr id="6" name="Text Placeholder 5">
            <a:extLst>
              <a:ext uri="{FF2B5EF4-FFF2-40B4-BE49-F238E27FC236}">
                <a16:creationId xmlns:a16="http://schemas.microsoft.com/office/drawing/2014/main" id="{5F4A87DD-957F-6E4C-87FA-7402322BD111}"/>
              </a:ext>
            </a:extLst>
          </p:cNvPr>
          <p:cNvSpPr>
            <a:spLocks noGrp="1"/>
          </p:cNvSpPr>
          <p:nvPr>
            <p:ph type="body" sz="quarter" idx="17" hasCustomPrompt="1"/>
          </p:nvPr>
        </p:nvSpPr>
        <p:spPr>
          <a:xfrm>
            <a:off x="6324546" y="1562788"/>
            <a:ext cx="5638854" cy="457200"/>
          </a:xfrm>
        </p:spPr>
        <p:txBody>
          <a:bodyPr/>
          <a:lstStyle>
            <a:lvl1pPr marL="0" indent="0">
              <a:buNone/>
              <a:defRPr sz="1200" b="0" i="0">
                <a:solidFill>
                  <a:schemeClr val="bg1"/>
                </a:solidFill>
                <a:latin typeface="TWK Everett" panose="020B0204000000000000" pitchFamily="34"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 role, group </a:t>
            </a:r>
          </a:p>
        </p:txBody>
      </p:sp>
      <p:sp>
        <p:nvSpPr>
          <p:cNvPr id="10" name="Text Placeholder 3">
            <a:extLst>
              <a:ext uri="{FF2B5EF4-FFF2-40B4-BE49-F238E27FC236}">
                <a16:creationId xmlns:a16="http://schemas.microsoft.com/office/drawing/2014/main" id="{8660AD13-7478-414E-8B91-22C3FCFEF1C7}"/>
              </a:ext>
            </a:extLst>
          </p:cNvPr>
          <p:cNvSpPr>
            <a:spLocks noGrp="1"/>
          </p:cNvSpPr>
          <p:nvPr>
            <p:ph type="body" sz="quarter" idx="13" hasCustomPrompt="1"/>
          </p:nvPr>
        </p:nvSpPr>
        <p:spPr>
          <a:xfrm>
            <a:off x="240828" y="6366302"/>
            <a:ext cx="2616994" cy="174086"/>
          </a:xfrm>
          <a:prstGeom prst="rect">
            <a:avLst/>
          </a:prstGeom>
        </p:spPr>
        <p:txBody>
          <a:bodyPr lIns="0" tIns="0" rIns="0" bIns="0">
            <a:noAutofit/>
          </a:bodyPr>
          <a:lstStyle>
            <a:lvl1pPr marL="0" indent="0">
              <a:buNone/>
              <a:defRPr sz="1200" b="0" i="0">
                <a:solidFill>
                  <a:schemeClr val="bg1"/>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sp>
        <p:nvSpPr>
          <p:cNvPr id="7" name="Text Placeholder 21">
            <a:extLst>
              <a:ext uri="{FF2B5EF4-FFF2-40B4-BE49-F238E27FC236}">
                <a16:creationId xmlns:a16="http://schemas.microsoft.com/office/drawing/2014/main" id="{B98825AB-43C6-2848-BD92-EF1858E83CB7}"/>
              </a:ext>
            </a:extLst>
          </p:cNvPr>
          <p:cNvSpPr>
            <a:spLocks noGrp="1"/>
          </p:cNvSpPr>
          <p:nvPr>
            <p:ph type="body" sz="quarter" idx="15" hasCustomPrompt="1"/>
          </p:nvPr>
        </p:nvSpPr>
        <p:spPr>
          <a:xfrm>
            <a:off x="6334957" y="390199"/>
            <a:ext cx="5609038" cy="522797"/>
          </a:xfrm>
          <a:prstGeom prst="rect">
            <a:avLst/>
          </a:prstGeom>
        </p:spPr>
        <p:txBody>
          <a:bodyPr lIns="0" tIns="0" rIns="0" bIns="0" anchor="t">
            <a:noAutofit/>
          </a:bodyPr>
          <a:lstStyle>
            <a:lvl1pPr marL="0" indent="0">
              <a:lnSpc>
                <a:spcPts val="1600"/>
              </a:lnSpc>
              <a:buNone/>
              <a:defRPr sz="2000" b="0" i="0">
                <a:solidFill>
                  <a:schemeClr val="bg1"/>
                </a:solidFill>
                <a:latin typeface="TWK Everett" panose="020B0204000000000000" pitchFamily="34" charset="77"/>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Subtitle</a:t>
            </a:r>
          </a:p>
        </p:txBody>
      </p:sp>
      <p:pic>
        <p:nvPicPr>
          <p:cNvPr id="4" name="Picture 3">
            <a:extLst>
              <a:ext uri="{FF2B5EF4-FFF2-40B4-BE49-F238E27FC236}">
                <a16:creationId xmlns:a16="http://schemas.microsoft.com/office/drawing/2014/main" id="{F4BDA223-7F27-B55F-4AD9-8D8A11889E25}"/>
              </a:ext>
            </a:extLst>
          </p:cNvPr>
          <p:cNvPicPr>
            <a:picLocks noChangeAspect="1"/>
          </p:cNvPicPr>
          <p:nvPr userDrawn="1"/>
        </p:nvPicPr>
        <p:blipFill>
          <a:blip r:embed="rId2"/>
          <a:stretch>
            <a:fillRect/>
          </a:stretch>
        </p:blipFill>
        <p:spPr>
          <a:xfrm>
            <a:off x="232734" y="342900"/>
            <a:ext cx="1381539" cy="441991"/>
          </a:xfrm>
          <a:prstGeom prst="rect">
            <a:avLst/>
          </a:prstGeom>
        </p:spPr>
      </p:pic>
    </p:spTree>
    <p:extLst>
      <p:ext uri="{BB962C8B-B14F-4D97-AF65-F5344CB8AC3E}">
        <p14:creationId xmlns:p14="http://schemas.microsoft.com/office/powerpoint/2010/main" val="348319328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hort Title Spruce with wide white trellis">
    <p:bg>
      <p:bgPr>
        <a:solidFill>
          <a:srgbClr val="29707A"/>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33680" y="1596171"/>
            <a:ext cx="5638313" cy="2552699"/>
          </a:xfrm>
          <a:prstGeom prst="rect">
            <a:avLst/>
          </a:prstGeom>
        </p:spPr>
        <p:txBody>
          <a:bodyPr lIns="0" tIns="0" rIns="0" bIns="0" anchor="t">
            <a:noAutofit/>
          </a:bodyPr>
          <a:lstStyle>
            <a:lvl1pPr marL="0" indent="0">
              <a:lnSpc>
                <a:spcPts val="8200"/>
              </a:lnSpc>
              <a:buNone/>
              <a:defRPr sz="7400" b="0" i="0">
                <a:solidFill>
                  <a:srgbClr val="FFFFFF"/>
                </a:solidFill>
                <a:latin typeface="TWK Everett" panose="020B0204000000000000" pitchFamily="34" charset="77"/>
              </a:defRPr>
            </a:lvl1pPr>
          </a:lstStyle>
          <a:p>
            <a:pPr lvl="0"/>
            <a:r>
              <a:rPr lang="en-US"/>
              <a:t>Title goes here</a:t>
            </a:r>
          </a:p>
        </p:txBody>
      </p:sp>
      <p:sp>
        <p:nvSpPr>
          <p:cNvPr id="11" name="Text Placeholder 3">
            <a:extLst>
              <a:ext uri="{FF2B5EF4-FFF2-40B4-BE49-F238E27FC236}">
                <a16:creationId xmlns:a16="http://schemas.microsoft.com/office/drawing/2014/main" id="{BC974797-F8F6-2E47-988B-FF5AFC751F8D}"/>
              </a:ext>
            </a:extLst>
          </p:cNvPr>
          <p:cNvSpPr>
            <a:spLocks noGrp="1"/>
          </p:cNvSpPr>
          <p:nvPr>
            <p:ph type="body" sz="quarter" idx="13" hasCustomPrompt="1"/>
          </p:nvPr>
        </p:nvSpPr>
        <p:spPr>
          <a:xfrm>
            <a:off x="233680" y="6361668"/>
            <a:ext cx="2585720" cy="194579"/>
          </a:xfrm>
          <a:prstGeom prst="rect">
            <a:avLst/>
          </a:prstGeom>
        </p:spPr>
        <p:txBody>
          <a:bodyPr lIns="0" tIns="0" rIns="0" bIns="0">
            <a:noAutofit/>
          </a:bodyPr>
          <a:lstStyle>
            <a:lvl1pPr marL="0" indent="0">
              <a:buNone/>
              <a:defRPr sz="1200" b="0" i="0">
                <a:solidFill>
                  <a:srgbClr val="FFFFFF"/>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sp>
        <p:nvSpPr>
          <p:cNvPr id="7" name="Text Placeholder 5">
            <a:extLst>
              <a:ext uri="{FF2B5EF4-FFF2-40B4-BE49-F238E27FC236}">
                <a16:creationId xmlns:a16="http://schemas.microsoft.com/office/drawing/2014/main" id="{AF80A485-3231-0F43-86FC-1F3036CE01BB}"/>
              </a:ext>
            </a:extLst>
          </p:cNvPr>
          <p:cNvSpPr>
            <a:spLocks noGrp="1"/>
          </p:cNvSpPr>
          <p:nvPr>
            <p:ph type="body" sz="quarter" idx="17" hasCustomPrompt="1"/>
          </p:nvPr>
        </p:nvSpPr>
        <p:spPr>
          <a:xfrm>
            <a:off x="234975" y="5151120"/>
            <a:ext cx="5632426" cy="457200"/>
          </a:xfrm>
        </p:spPr>
        <p:txBody>
          <a:bodyPr/>
          <a:lstStyle>
            <a:lvl1pPr marL="0" indent="0">
              <a:buNone/>
              <a:defRPr sz="1200" b="0" i="0">
                <a:solidFill>
                  <a:srgbClr val="FFFFFF"/>
                </a:solidFill>
                <a:latin typeface="TWK Everett" panose="020B0204000000000000" pitchFamily="34"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 role, group </a:t>
            </a:r>
          </a:p>
        </p:txBody>
      </p:sp>
      <p:pic>
        <p:nvPicPr>
          <p:cNvPr id="2" name="Picture 1">
            <a:extLst>
              <a:ext uri="{FF2B5EF4-FFF2-40B4-BE49-F238E27FC236}">
                <a16:creationId xmlns:a16="http://schemas.microsoft.com/office/drawing/2014/main" id="{3CBD4B4D-933E-D47F-7991-BF4EA202C15E}"/>
              </a:ext>
            </a:extLst>
          </p:cNvPr>
          <p:cNvPicPr>
            <a:picLocks noChangeAspect="1"/>
          </p:cNvPicPr>
          <p:nvPr userDrawn="1"/>
        </p:nvPicPr>
        <p:blipFill>
          <a:blip r:embed="rId2"/>
          <a:stretch>
            <a:fillRect/>
          </a:stretch>
        </p:blipFill>
        <p:spPr>
          <a:xfrm>
            <a:off x="232734" y="342900"/>
            <a:ext cx="1381539" cy="441991"/>
          </a:xfrm>
          <a:prstGeom prst="rect">
            <a:avLst/>
          </a:prstGeom>
        </p:spPr>
      </p:pic>
      <p:sp>
        <p:nvSpPr>
          <p:cNvPr id="19" name="Freeform 13">
            <a:extLst>
              <a:ext uri="{FF2B5EF4-FFF2-40B4-BE49-F238E27FC236}">
                <a16:creationId xmlns:a16="http://schemas.microsoft.com/office/drawing/2014/main" id="{7894BDD4-972E-AA53-1353-AE8C6AD68F0D}"/>
              </a:ext>
            </a:extLst>
          </p:cNvPr>
          <p:cNvSpPr/>
          <p:nvPr userDrawn="1"/>
        </p:nvSpPr>
        <p:spPr>
          <a:xfrm>
            <a:off x="8286182" y="2616"/>
            <a:ext cx="45719" cy="6864454"/>
          </a:xfrm>
          <a:custGeom>
            <a:avLst/>
            <a:gdLst>
              <a:gd name="connsiteX0" fmla="*/ 0 w 11440"/>
              <a:gd name="connsiteY0" fmla="*/ 0 h 6864454"/>
              <a:gd name="connsiteX1" fmla="*/ 0 w 11440"/>
              <a:gd name="connsiteY1" fmla="*/ 6864455 h 6864454"/>
            </a:gdLst>
            <a:ahLst/>
            <a:cxnLst>
              <a:cxn ang="0">
                <a:pos x="connsiteX0" y="connsiteY0"/>
              </a:cxn>
              <a:cxn ang="0">
                <a:pos x="connsiteX1" y="connsiteY1"/>
              </a:cxn>
            </a:cxnLst>
            <a:rect l="l" t="t" r="r" b="b"/>
            <a:pathLst>
              <a:path w="11440" h="6864454">
                <a:moveTo>
                  <a:pt x="0" y="0"/>
                </a:moveTo>
                <a:lnTo>
                  <a:pt x="0" y="6864455"/>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0" name="Freeform 14">
            <a:extLst>
              <a:ext uri="{FF2B5EF4-FFF2-40B4-BE49-F238E27FC236}">
                <a16:creationId xmlns:a16="http://schemas.microsoft.com/office/drawing/2014/main" id="{7F1AF85F-A7D6-12B2-643D-095AB1F94CC0}"/>
              </a:ext>
            </a:extLst>
          </p:cNvPr>
          <p:cNvSpPr/>
          <p:nvPr userDrawn="1"/>
        </p:nvSpPr>
        <p:spPr>
          <a:xfrm>
            <a:off x="10736591" y="2616"/>
            <a:ext cx="45719" cy="6864454"/>
          </a:xfrm>
          <a:custGeom>
            <a:avLst/>
            <a:gdLst>
              <a:gd name="connsiteX0" fmla="*/ 0 w 11440"/>
              <a:gd name="connsiteY0" fmla="*/ 0 h 6864454"/>
              <a:gd name="connsiteX1" fmla="*/ 0 w 11440"/>
              <a:gd name="connsiteY1" fmla="*/ 6864455 h 6864454"/>
            </a:gdLst>
            <a:ahLst/>
            <a:cxnLst>
              <a:cxn ang="0">
                <a:pos x="connsiteX0" y="connsiteY0"/>
              </a:cxn>
              <a:cxn ang="0">
                <a:pos x="connsiteX1" y="connsiteY1"/>
              </a:cxn>
            </a:cxnLst>
            <a:rect l="l" t="t" r="r" b="b"/>
            <a:pathLst>
              <a:path w="11440" h="6864454">
                <a:moveTo>
                  <a:pt x="0" y="0"/>
                </a:moveTo>
                <a:lnTo>
                  <a:pt x="0" y="6864455"/>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1" name="Freeform 15">
            <a:extLst>
              <a:ext uri="{FF2B5EF4-FFF2-40B4-BE49-F238E27FC236}">
                <a16:creationId xmlns:a16="http://schemas.microsoft.com/office/drawing/2014/main" id="{3D5ABF56-93A9-2A12-3359-721999CE15D9}"/>
              </a:ext>
            </a:extLst>
          </p:cNvPr>
          <p:cNvSpPr/>
          <p:nvPr userDrawn="1"/>
        </p:nvSpPr>
        <p:spPr>
          <a:xfrm>
            <a:off x="11957025" y="2616"/>
            <a:ext cx="45719" cy="6864454"/>
          </a:xfrm>
          <a:custGeom>
            <a:avLst/>
            <a:gdLst>
              <a:gd name="connsiteX0" fmla="*/ 0 w 11440"/>
              <a:gd name="connsiteY0" fmla="*/ 0 h 6864454"/>
              <a:gd name="connsiteX1" fmla="*/ 0 w 11440"/>
              <a:gd name="connsiteY1" fmla="*/ 6864455 h 6864454"/>
            </a:gdLst>
            <a:ahLst/>
            <a:cxnLst>
              <a:cxn ang="0">
                <a:pos x="connsiteX0" y="connsiteY0"/>
              </a:cxn>
              <a:cxn ang="0">
                <a:pos x="connsiteX1" y="connsiteY1"/>
              </a:cxn>
            </a:cxnLst>
            <a:rect l="l" t="t" r="r" b="b"/>
            <a:pathLst>
              <a:path w="11440" h="6864454">
                <a:moveTo>
                  <a:pt x="0" y="0"/>
                </a:moveTo>
                <a:lnTo>
                  <a:pt x="0" y="6864455"/>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2" name="Freeform 28">
            <a:extLst>
              <a:ext uri="{FF2B5EF4-FFF2-40B4-BE49-F238E27FC236}">
                <a16:creationId xmlns:a16="http://schemas.microsoft.com/office/drawing/2014/main" id="{26BE2BDD-2414-26AD-BC7F-73CA12D7B4B4}"/>
              </a:ext>
            </a:extLst>
          </p:cNvPr>
          <p:cNvSpPr/>
          <p:nvPr userDrawn="1"/>
        </p:nvSpPr>
        <p:spPr>
          <a:xfrm>
            <a:off x="7049501" y="2616"/>
            <a:ext cx="2459626" cy="3432227"/>
          </a:xfrm>
          <a:custGeom>
            <a:avLst/>
            <a:gdLst>
              <a:gd name="connsiteX0" fmla="*/ 2760140 w 2760139"/>
              <a:gd name="connsiteY0" fmla="*/ 0 h 3432227"/>
              <a:gd name="connsiteX1" fmla="*/ 0 w 2760139"/>
              <a:gd name="connsiteY1" fmla="*/ 3432227 h 3432227"/>
            </a:gdLst>
            <a:ahLst/>
            <a:cxnLst>
              <a:cxn ang="0">
                <a:pos x="connsiteX0" y="connsiteY0"/>
              </a:cxn>
              <a:cxn ang="0">
                <a:pos x="connsiteX1" y="connsiteY1"/>
              </a:cxn>
            </a:cxnLst>
            <a:rect l="l" t="t" r="r" b="b"/>
            <a:pathLst>
              <a:path w="2760139" h="3432227">
                <a:moveTo>
                  <a:pt x="2760140" y="0"/>
                </a:moveTo>
                <a:lnTo>
                  <a:pt x="0" y="3432227"/>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3" name="Freeform 29">
            <a:extLst>
              <a:ext uri="{FF2B5EF4-FFF2-40B4-BE49-F238E27FC236}">
                <a16:creationId xmlns:a16="http://schemas.microsoft.com/office/drawing/2014/main" id="{3E6AC881-068F-914B-1747-49524FF2E7CA}"/>
              </a:ext>
            </a:extLst>
          </p:cNvPr>
          <p:cNvSpPr/>
          <p:nvPr userDrawn="1"/>
        </p:nvSpPr>
        <p:spPr>
          <a:xfrm>
            <a:off x="8272374" y="2616"/>
            <a:ext cx="2459626" cy="3432227"/>
          </a:xfrm>
          <a:custGeom>
            <a:avLst/>
            <a:gdLst>
              <a:gd name="connsiteX0" fmla="*/ 2760140 w 2760139"/>
              <a:gd name="connsiteY0" fmla="*/ 0 h 3432227"/>
              <a:gd name="connsiteX1" fmla="*/ 0 w 2760139"/>
              <a:gd name="connsiteY1" fmla="*/ 3432227 h 3432227"/>
            </a:gdLst>
            <a:ahLst/>
            <a:cxnLst>
              <a:cxn ang="0">
                <a:pos x="connsiteX0" y="connsiteY0"/>
              </a:cxn>
              <a:cxn ang="0">
                <a:pos x="connsiteX1" y="connsiteY1"/>
              </a:cxn>
            </a:cxnLst>
            <a:rect l="l" t="t" r="r" b="b"/>
            <a:pathLst>
              <a:path w="2760139" h="3432227">
                <a:moveTo>
                  <a:pt x="2760140" y="0"/>
                </a:moveTo>
                <a:lnTo>
                  <a:pt x="0" y="3432227"/>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4" name="Freeform 30">
            <a:extLst>
              <a:ext uri="{FF2B5EF4-FFF2-40B4-BE49-F238E27FC236}">
                <a16:creationId xmlns:a16="http://schemas.microsoft.com/office/drawing/2014/main" id="{E97DA72F-26D8-A514-8EC2-8A7A59BB1540}"/>
              </a:ext>
            </a:extLst>
          </p:cNvPr>
          <p:cNvSpPr/>
          <p:nvPr userDrawn="1"/>
        </p:nvSpPr>
        <p:spPr>
          <a:xfrm>
            <a:off x="10727409" y="1397725"/>
            <a:ext cx="1464591" cy="2037117"/>
          </a:xfrm>
          <a:custGeom>
            <a:avLst/>
            <a:gdLst>
              <a:gd name="connsiteX0" fmla="*/ 2760140 w 2760139"/>
              <a:gd name="connsiteY0" fmla="*/ 0 h 3432227"/>
              <a:gd name="connsiteX1" fmla="*/ 0 w 2760139"/>
              <a:gd name="connsiteY1" fmla="*/ 3432227 h 3432227"/>
            </a:gdLst>
            <a:ahLst/>
            <a:cxnLst>
              <a:cxn ang="0">
                <a:pos x="connsiteX0" y="connsiteY0"/>
              </a:cxn>
              <a:cxn ang="0">
                <a:pos x="connsiteX1" y="connsiteY1"/>
              </a:cxn>
            </a:cxnLst>
            <a:rect l="l" t="t" r="r" b="b"/>
            <a:pathLst>
              <a:path w="2760139" h="3432227">
                <a:moveTo>
                  <a:pt x="2760140" y="0"/>
                </a:moveTo>
                <a:lnTo>
                  <a:pt x="0" y="3432227"/>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5" name="Freeform 31">
            <a:extLst>
              <a:ext uri="{FF2B5EF4-FFF2-40B4-BE49-F238E27FC236}">
                <a16:creationId xmlns:a16="http://schemas.microsoft.com/office/drawing/2014/main" id="{CD74733B-703F-875B-8602-46FDED108230}"/>
              </a:ext>
            </a:extLst>
          </p:cNvPr>
          <p:cNvSpPr/>
          <p:nvPr userDrawn="1"/>
        </p:nvSpPr>
        <p:spPr>
          <a:xfrm>
            <a:off x="11961049" y="3108325"/>
            <a:ext cx="230951" cy="326517"/>
          </a:xfrm>
          <a:custGeom>
            <a:avLst/>
            <a:gdLst>
              <a:gd name="connsiteX0" fmla="*/ 2760140 w 2760139"/>
              <a:gd name="connsiteY0" fmla="*/ 0 h 3432227"/>
              <a:gd name="connsiteX1" fmla="*/ 0 w 2760139"/>
              <a:gd name="connsiteY1" fmla="*/ 3432227 h 3432227"/>
            </a:gdLst>
            <a:ahLst/>
            <a:cxnLst>
              <a:cxn ang="0">
                <a:pos x="connsiteX0" y="connsiteY0"/>
              </a:cxn>
              <a:cxn ang="0">
                <a:pos x="connsiteX1" y="connsiteY1"/>
              </a:cxn>
            </a:cxnLst>
            <a:rect l="l" t="t" r="r" b="b"/>
            <a:pathLst>
              <a:path w="2760139" h="3432227">
                <a:moveTo>
                  <a:pt x="2760140" y="0"/>
                </a:moveTo>
                <a:lnTo>
                  <a:pt x="0" y="3432227"/>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6" name="Freeform 44">
            <a:extLst>
              <a:ext uri="{FF2B5EF4-FFF2-40B4-BE49-F238E27FC236}">
                <a16:creationId xmlns:a16="http://schemas.microsoft.com/office/drawing/2014/main" id="{BF6B5105-1243-3AD0-48C6-45849A8DC3F8}"/>
              </a:ext>
            </a:extLst>
          </p:cNvPr>
          <p:cNvSpPr/>
          <p:nvPr userDrawn="1"/>
        </p:nvSpPr>
        <p:spPr>
          <a:xfrm>
            <a:off x="7664408" y="3434843"/>
            <a:ext cx="1844719" cy="3432227"/>
          </a:xfrm>
          <a:custGeom>
            <a:avLst/>
            <a:gdLst>
              <a:gd name="connsiteX0" fmla="*/ 2070105 w 2070104"/>
              <a:gd name="connsiteY0" fmla="*/ 3432228 h 3432227"/>
              <a:gd name="connsiteX1" fmla="*/ 0 w 2070104"/>
              <a:gd name="connsiteY1" fmla="*/ 0 h 3432227"/>
            </a:gdLst>
            <a:ahLst/>
            <a:cxnLst>
              <a:cxn ang="0">
                <a:pos x="connsiteX0" y="connsiteY0"/>
              </a:cxn>
              <a:cxn ang="0">
                <a:pos x="connsiteX1" y="connsiteY1"/>
              </a:cxn>
            </a:cxnLst>
            <a:rect l="l" t="t" r="r" b="b"/>
            <a:pathLst>
              <a:path w="2070104" h="3432227">
                <a:moveTo>
                  <a:pt x="2070105" y="3432228"/>
                </a:moveTo>
                <a:lnTo>
                  <a:pt x="0" y="0"/>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8" name="Freeform 46">
            <a:extLst>
              <a:ext uri="{FF2B5EF4-FFF2-40B4-BE49-F238E27FC236}">
                <a16:creationId xmlns:a16="http://schemas.microsoft.com/office/drawing/2014/main" id="{7523A7DE-F2F8-0C71-A54D-C0A03312BD9E}"/>
              </a:ext>
            </a:extLst>
          </p:cNvPr>
          <p:cNvSpPr/>
          <p:nvPr userDrawn="1"/>
        </p:nvSpPr>
        <p:spPr>
          <a:xfrm>
            <a:off x="8891872" y="3434843"/>
            <a:ext cx="1844719" cy="3432227"/>
          </a:xfrm>
          <a:custGeom>
            <a:avLst/>
            <a:gdLst>
              <a:gd name="connsiteX0" fmla="*/ 2070105 w 2070104"/>
              <a:gd name="connsiteY0" fmla="*/ 3432228 h 3432227"/>
              <a:gd name="connsiteX1" fmla="*/ 0 w 2070104"/>
              <a:gd name="connsiteY1" fmla="*/ 0 h 3432227"/>
            </a:gdLst>
            <a:ahLst/>
            <a:cxnLst>
              <a:cxn ang="0">
                <a:pos x="connsiteX0" y="connsiteY0"/>
              </a:cxn>
              <a:cxn ang="0">
                <a:pos x="connsiteX1" y="connsiteY1"/>
              </a:cxn>
            </a:cxnLst>
            <a:rect l="l" t="t" r="r" b="b"/>
            <a:pathLst>
              <a:path w="2070104" h="3432227">
                <a:moveTo>
                  <a:pt x="2070105" y="3432228"/>
                </a:moveTo>
                <a:lnTo>
                  <a:pt x="0" y="0"/>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29" name="Freeform 47">
            <a:extLst>
              <a:ext uri="{FF2B5EF4-FFF2-40B4-BE49-F238E27FC236}">
                <a16:creationId xmlns:a16="http://schemas.microsoft.com/office/drawing/2014/main" id="{88D35792-217B-F08B-F13A-D9F93DE5B4CB}"/>
              </a:ext>
            </a:extLst>
          </p:cNvPr>
          <p:cNvSpPr/>
          <p:nvPr userDrawn="1"/>
        </p:nvSpPr>
        <p:spPr>
          <a:xfrm>
            <a:off x="11345861" y="3434844"/>
            <a:ext cx="846139" cy="1594356"/>
          </a:xfrm>
          <a:custGeom>
            <a:avLst/>
            <a:gdLst>
              <a:gd name="connsiteX0" fmla="*/ 2070105 w 2070104"/>
              <a:gd name="connsiteY0" fmla="*/ 3432228 h 3432227"/>
              <a:gd name="connsiteX1" fmla="*/ 0 w 2070104"/>
              <a:gd name="connsiteY1" fmla="*/ 0 h 3432227"/>
            </a:gdLst>
            <a:ahLst/>
            <a:cxnLst>
              <a:cxn ang="0">
                <a:pos x="connsiteX0" y="connsiteY0"/>
              </a:cxn>
              <a:cxn ang="0">
                <a:pos x="connsiteX1" y="connsiteY1"/>
              </a:cxn>
            </a:cxnLst>
            <a:rect l="l" t="t" r="r" b="b"/>
            <a:pathLst>
              <a:path w="2070104" h="3432227">
                <a:moveTo>
                  <a:pt x="2070105" y="3432228"/>
                </a:moveTo>
                <a:lnTo>
                  <a:pt x="0" y="0"/>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6" name="Freeform 14">
            <a:extLst>
              <a:ext uri="{FF2B5EF4-FFF2-40B4-BE49-F238E27FC236}">
                <a16:creationId xmlns:a16="http://schemas.microsoft.com/office/drawing/2014/main" id="{48A3B2B9-968A-E898-0084-7E7FB5F0DC01}"/>
              </a:ext>
            </a:extLst>
          </p:cNvPr>
          <p:cNvSpPr/>
          <p:nvPr userDrawn="1"/>
        </p:nvSpPr>
        <p:spPr>
          <a:xfrm>
            <a:off x="9504464" y="2616"/>
            <a:ext cx="45719" cy="6864454"/>
          </a:xfrm>
          <a:custGeom>
            <a:avLst/>
            <a:gdLst>
              <a:gd name="connsiteX0" fmla="*/ 0 w 11440"/>
              <a:gd name="connsiteY0" fmla="*/ 0 h 6864454"/>
              <a:gd name="connsiteX1" fmla="*/ 0 w 11440"/>
              <a:gd name="connsiteY1" fmla="*/ 6864455 h 6864454"/>
            </a:gdLst>
            <a:ahLst/>
            <a:cxnLst>
              <a:cxn ang="0">
                <a:pos x="connsiteX0" y="connsiteY0"/>
              </a:cxn>
              <a:cxn ang="0">
                <a:pos x="connsiteX1" y="connsiteY1"/>
              </a:cxn>
            </a:cxnLst>
            <a:rect l="l" t="t" r="r" b="b"/>
            <a:pathLst>
              <a:path w="11440" h="6864454">
                <a:moveTo>
                  <a:pt x="0" y="0"/>
                </a:moveTo>
                <a:lnTo>
                  <a:pt x="0" y="6864455"/>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8" name="Freeform 29">
            <a:extLst>
              <a:ext uri="{FF2B5EF4-FFF2-40B4-BE49-F238E27FC236}">
                <a16:creationId xmlns:a16="http://schemas.microsoft.com/office/drawing/2014/main" id="{37ADDCF6-81C1-A0D2-C68B-5F41956825A0}"/>
              </a:ext>
            </a:extLst>
          </p:cNvPr>
          <p:cNvSpPr/>
          <p:nvPr userDrawn="1"/>
        </p:nvSpPr>
        <p:spPr>
          <a:xfrm>
            <a:off x="9499873" y="2616"/>
            <a:ext cx="2459626" cy="3432227"/>
          </a:xfrm>
          <a:custGeom>
            <a:avLst/>
            <a:gdLst>
              <a:gd name="connsiteX0" fmla="*/ 2760140 w 2760139"/>
              <a:gd name="connsiteY0" fmla="*/ 0 h 3432227"/>
              <a:gd name="connsiteX1" fmla="*/ 0 w 2760139"/>
              <a:gd name="connsiteY1" fmla="*/ 3432227 h 3432227"/>
            </a:gdLst>
            <a:ahLst/>
            <a:cxnLst>
              <a:cxn ang="0">
                <a:pos x="connsiteX0" y="connsiteY0"/>
              </a:cxn>
              <a:cxn ang="0">
                <a:pos x="connsiteX1" y="connsiteY1"/>
              </a:cxn>
            </a:cxnLst>
            <a:rect l="l" t="t" r="r" b="b"/>
            <a:pathLst>
              <a:path w="2760139" h="3432227">
                <a:moveTo>
                  <a:pt x="2760140" y="0"/>
                </a:moveTo>
                <a:lnTo>
                  <a:pt x="0" y="3432227"/>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
        <p:nvSpPr>
          <p:cNvPr id="10" name="Freeform 46">
            <a:extLst>
              <a:ext uri="{FF2B5EF4-FFF2-40B4-BE49-F238E27FC236}">
                <a16:creationId xmlns:a16="http://schemas.microsoft.com/office/drawing/2014/main" id="{EF5ECF49-EAF3-FDF0-B419-9AF2D853FA9E}"/>
              </a:ext>
            </a:extLst>
          </p:cNvPr>
          <p:cNvSpPr/>
          <p:nvPr userDrawn="1"/>
        </p:nvSpPr>
        <p:spPr>
          <a:xfrm>
            <a:off x="10119371" y="3434843"/>
            <a:ext cx="1844719" cy="3432227"/>
          </a:xfrm>
          <a:custGeom>
            <a:avLst/>
            <a:gdLst>
              <a:gd name="connsiteX0" fmla="*/ 2070105 w 2070104"/>
              <a:gd name="connsiteY0" fmla="*/ 3432228 h 3432227"/>
              <a:gd name="connsiteX1" fmla="*/ 0 w 2070104"/>
              <a:gd name="connsiteY1" fmla="*/ 0 h 3432227"/>
            </a:gdLst>
            <a:ahLst/>
            <a:cxnLst>
              <a:cxn ang="0">
                <a:pos x="connsiteX0" y="connsiteY0"/>
              </a:cxn>
              <a:cxn ang="0">
                <a:pos x="connsiteX1" y="connsiteY1"/>
              </a:cxn>
            </a:cxnLst>
            <a:rect l="l" t="t" r="r" b="b"/>
            <a:pathLst>
              <a:path w="2070104" h="3432227">
                <a:moveTo>
                  <a:pt x="2070105" y="3432228"/>
                </a:moveTo>
                <a:lnTo>
                  <a:pt x="0" y="0"/>
                </a:lnTo>
              </a:path>
            </a:pathLst>
          </a:custGeom>
          <a:ln w="158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srgbClr val="002313"/>
              </a:solidFill>
              <a:effectLst/>
              <a:uLnTx/>
              <a:uFillTx/>
              <a:latin typeface="TWK Everett"/>
              <a:ea typeface="+mn-ea"/>
              <a:cs typeface="+mn-cs"/>
            </a:endParaRPr>
          </a:p>
        </p:txBody>
      </p:sp>
    </p:spTree>
    <p:extLst>
      <p:ext uri="{BB962C8B-B14F-4D97-AF65-F5344CB8AC3E}">
        <p14:creationId xmlns:p14="http://schemas.microsoft.com/office/powerpoint/2010/main" val="343718555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ong Title 1">
    <p:bg>
      <p:bgPr>
        <a:solidFill>
          <a:schemeClr val="accent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33680" y="2950210"/>
            <a:ext cx="11729720" cy="2552699"/>
          </a:xfrm>
          <a:prstGeom prst="rect">
            <a:avLst/>
          </a:prstGeom>
        </p:spPr>
        <p:txBody>
          <a:bodyPr lIns="0" tIns="0" rIns="0" bIns="0" anchor="b">
            <a:noAutofit/>
          </a:bodyPr>
          <a:lstStyle>
            <a:lvl1pPr marL="0" indent="0">
              <a:lnSpc>
                <a:spcPts val="8200"/>
              </a:lnSpc>
              <a:buNone/>
              <a:defRPr sz="7400" b="0" i="0">
                <a:solidFill>
                  <a:schemeClr val="bg1"/>
                </a:solidFill>
                <a:latin typeface="TWK Everett" panose="020B0204000000000000" pitchFamily="34" charset="77"/>
              </a:defRPr>
            </a:lvl1pPr>
          </a:lstStyle>
          <a:p>
            <a:pPr lvl="0"/>
            <a:r>
              <a:rPr lang="en-US"/>
              <a:t>Smaller title slide for    longer headlines</a:t>
            </a:r>
          </a:p>
        </p:txBody>
      </p:sp>
      <p:sp>
        <p:nvSpPr>
          <p:cNvPr id="7" name="Text Placeholder 3">
            <a:extLst>
              <a:ext uri="{FF2B5EF4-FFF2-40B4-BE49-F238E27FC236}">
                <a16:creationId xmlns:a16="http://schemas.microsoft.com/office/drawing/2014/main" id="{905A1F75-BEC6-5D4E-AAEA-4701507DABA8}"/>
              </a:ext>
            </a:extLst>
          </p:cNvPr>
          <p:cNvSpPr>
            <a:spLocks noGrp="1"/>
          </p:cNvSpPr>
          <p:nvPr>
            <p:ph type="body" sz="quarter" idx="13" hasCustomPrompt="1"/>
          </p:nvPr>
        </p:nvSpPr>
        <p:spPr>
          <a:xfrm>
            <a:off x="233680" y="6361669"/>
            <a:ext cx="2616994" cy="174086"/>
          </a:xfrm>
          <a:prstGeom prst="rect">
            <a:avLst/>
          </a:prstGeom>
        </p:spPr>
        <p:txBody>
          <a:bodyPr lIns="0" tIns="0" rIns="0" bIns="0">
            <a:noAutofit/>
          </a:bodyPr>
          <a:lstStyle>
            <a:lvl1pPr marL="0" indent="0">
              <a:buNone/>
              <a:defRPr sz="1200" b="0" i="0">
                <a:solidFill>
                  <a:schemeClr val="bg1"/>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sp>
        <p:nvSpPr>
          <p:cNvPr id="11" name="Text Placeholder 5">
            <a:extLst>
              <a:ext uri="{FF2B5EF4-FFF2-40B4-BE49-F238E27FC236}">
                <a16:creationId xmlns:a16="http://schemas.microsoft.com/office/drawing/2014/main" id="{4FCD1C34-5DD0-194D-9424-8AD8FA87FD42}"/>
              </a:ext>
            </a:extLst>
          </p:cNvPr>
          <p:cNvSpPr>
            <a:spLocks noGrp="1"/>
          </p:cNvSpPr>
          <p:nvPr>
            <p:ph type="body" sz="quarter" idx="17" hasCustomPrompt="1"/>
          </p:nvPr>
        </p:nvSpPr>
        <p:spPr>
          <a:xfrm>
            <a:off x="6324546" y="1562788"/>
            <a:ext cx="5638854" cy="457200"/>
          </a:xfrm>
        </p:spPr>
        <p:txBody>
          <a:bodyPr/>
          <a:lstStyle>
            <a:lvl1pPr marL="0" indent="0">
              <a:buNone/>
              <a:defRPr sz="1200" b="0" i="0">
                <a:solidFill>
                  <a:schemeClr val="bg1"/>
                </a:solidFill>
                <a:latin typeface="TWK Everett" panose="020B0204000000000000" pitchFamily="34"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 role, group </a:t>
            </a:r>
          </a:p>
        </p:txBody>
      </p:sp>
      <p:sp>
        <p:nvSpPr>
          <p:cNvPr id="12" name="Text Placeholder 21">
            <a:extLst>
              <a:ext uri="{FF2B5EF4-FFF2-40B4-BE49-F238E27FC236}">
                <a16:creationId xmlns:a16="http://schemas.microsoft.com/office/drawing/2014/main" id="{FDBE5405-3D6A-F442-A23F-A693AC4EDFED}"/>
              </a:ext>
            </a:extLst>
          </p:cNvPr>
          <p:cNvSpPr>
            <a:spLocks noGrp="1"/>
          </p:cNvSpPr>
          <p:nvPr>
            <p:ph type="body" sz="quarter" idx="15" hasCustomPrompt="1"/>
          </p:nvPr>
        </p:nvSpPr>
        <p:spPr>
          <a:xfrm>
            <a:off x="6334957" y="390199"/>
            <a:ext cx="5609038" cy="522797"/>
          </a:xfrm>
          <a:prstGeom prst="rect">
            <a:avLst/>
          </a:prstGeom>
        </p:spPr>
        <p:txBody>
          <a:bodyPr lIns="0" tIns="0" rIns="0" bIns="0" anchor="t">
            <a:noAutofit/>
          </a:bodyPr>
          <a:lstStyle>
            <a:lvl1pPr marL="0" indent="0">
              <a:lnSpc>
                <a:spcPts val="1600"/>
              </a:lnSpc>
              <a:buNone/>
              <a:defRPr sz="2000" b="0" i="0">
                <a:solidFill>
                  <a:schemeClr val="bg1"/>
                </a:solidFill>
                <a:latin typeface="TWK Everett" panose="020B0204000000000000" pitchFamily="34" charset="77"/>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Subtitle</a:t>
            </a:r>
          </a:p>
        </p:txBody>
      </p:sp>
      <p:pic>
        <p:nvPicPr>
          <p:cNvPr id="2" name="Picture 1">
            <a:extLst>
              <a:ext uri="{FF2B5EF4-FFF2-40B4-BE49-F238E27FC236}">
                <a16:creationId xmlns:a16="http://schemas.microsoft.com/office/drawing/2014/main" id="{ACF4C436-7344-EBF8-6E1E-2D174D52CA99}"/>
              </a:ext>
            </a:extLst>
          </p:cNvPr>
          <p:cNvPicPr>
            <a:picLocks noChangeAspect="1"/>
          </p:cNvPicPr>
          <p:nvPr userDrawn="1"/>
        </p:nvPicPr>
        <p:blipFill>
          <a:blip r:embed="rId2"/>
          <a:stretch>
            <a:fillRect/>
          </a:stretch>
        </p:blipFill>
        <p:spPr>
          <a:xfrm>
            <a:off x="232734" y="342900"/>
            <a:ext cx="1381539" cy="441991"/>
          </a:xfrm>
          <a:prstGeom prst="rect">
            <a:avLst/>
          </a:prstGeom>
        </p:spPr>
      </p:pic>
    </p:spTree>
    <p:extLst>
      <p:ext uri="{BB962C8B-B14F-4D97-AF65-F5344CB8AC3E}">
        <p14:creationId xmlns:p14="http://schemas.microsoft.com/office/powerpoint/2010/main" val="2246154535"/>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ng Title  Spruce">
    <p:bg>
      <p:bgPr>
        <a:solidFill>
          <a:srgbClr val="29707A"/>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33680" y="2950210"/>
            <a:ext cx="11729720" cy="2552699"/>
          </a:xfrm>
          <a:prstGeom prst="rect">
            <a:avLst/>
          </a:prstGeom>
        </p:spPr>
        <p:txBody>
          <a:bodyPr lIns="0" tIns="0" rIns="0" bIns="0" anchor="b">
            <a:noAutofit/>
          </a:bodyPr>
          <a:lstStyle>
            <a:lvl1pPr marL="0" indent="0">
              <a:lnSpc>
                <a:spcPts val="8200"/>
              </a:lnSpc>
              <a:buNone/>
              <a:defRPr sz="7400" b="0" i="0">
                <a:solidFill>
                  <a:schemeClr val="bg1"/>
                </a:solidFill>
                <a:latin typeface="TWK Everett" panose="020B0204000000000000" pitchFamily="34" charset="77"/>
              </a:defRPr>
            </a:lvl1pPr>
          </a:lstStyle>
          <a:p>
            <a:pPr lvl="0"/>
            <a:r>
              <a:rPr lang="en-US"/>
              <a:t>Smaller title slide for    longer headlines</a:t>
            </a:r>
          </a:p>
        </p:txBody>
      </p:sp>
      <p:sp>
        <p:nvSpPr>
          <p:cNvPr id="7" name="Text Placeholder 3">
            <a:extLst>
              <a:ext uri="{FF2B5EF4-FFF2-40B4-BE49-F238E27FC236}">
                <a16:creationId xmlns:a16="http://schemas.microsoft.com/office/drawing/2014/main" id="{905A1F75-BEC6-5D4E-AAEA-4701507DABA8}"/>
              </a:ext>
            </a:extLst>
          </p:cNvPr>
          <p:cNvSpPr>
            <a:spLocks noGrp="1"/>
          </p:cNvSpPr>
          <p:nvPr>
            <p:ph type="body" sz="quarter" idx="13" hasCustomPrompt="1"/>
          </p:nvPr>
        </p:nvSpPr>
        <p:spPr>
          <a:xfrm>
            <a:off x="233680" y="6361669"/>
            <a:ext cx="2616994" cy="174086"/>
          </a:xfrm>
          <a:prstGeom prst="rect">
            <a:avLst/>
          </a:prstGeom>
        </p:spPr>
        <p:txBody>
          <a:bodyPr lIns="0" tIns="0" rIns="0" bIns="0">
            <a:noAutofit/>
          </a:bodyPr>
          <a:lstStyle>
            <a:lvl1pPr marL="0" indent="0">
              <a:buNone/>
              <a:defRPr sz="1200" b="0" i="0">
                <a:solidFill>
                  <a:schemeClr val="bg1"/>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sp>
        <p:nvSpPr>
          <p:cNvPr id="11" name="Text Placeholder 5">
            <a:extLst>
              <a:ext uri="{FF2B5EF4-FFF2-40B4-BE49-F238E27FC236}">
                <a16:creationId xmlns:a16="http://schemas.microsoft.com/office/drawing/2014/main" id="{4FCD1C34-5DD0-194D-9424-8AD8FA87FD42}"/>
              </a:ext>
            </a:extLst>
          </p:cNvPr>
          <p:cNvSpPr>
            <a:spLocks noGrp="1"/>
          </p:cNvSpPr>
          <p:nvPr>
            <p:ph type="body" sz="quarter" idx="17" hasCustomPrompt="1"/>
          </p:nvPr>
        </p:nvSpPr>
        <p:spPr>
          <a:xfrm>
            <a:off x="6324546" y="1562788"/>
            <a:ext cx="5638854" cy="457200"/>
          </a:xfrm>
        </p:spPr>
        <p:txBody>
          <a:bodyPr/>
          <a:lstStyle>
            <a:lvl1pPr marL="0" indent="0">
              <a:buNone/>
              <a:defRPr sz="1200" b="0" i="0">
                <a:solidFill>
                  <a:schemeClr val="bg1"/>
                </a:solidFill>
                <a:latin typeface="TWK Everett" panose="020B0204000000000000" pitchFamily="34"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 name, role, group </a:t>
            </a:r>
          </a:p>
        </p:txBody>
      </p:sp>
      <p:sp>
        <p:nvSpPr>
          <p:cNvPr id="12" name="Text Placeholder 21">
            <a:extLst>
              <a:ext uri="{FF2B5EF4-FFF2-40B4-BE49-F238E27FC236}">
                <a16:creationId xmlns:a16="http://schemas.microsoft.com/office/drawing/2014/main" id="{FDBE5405-3D6A-F442-A23F-A693AC4EDFED}"/>
              </a:ext>
            </a:extLst>
          </p:cNvPr>
          <p:cNvSpPr>
            <a:spLocks noGrp="1"/>
          </p:cNvSpPr>
          <p:nvPr>
            <p:ph type="body" sz="quarter" idx="15" hasCustomPrompt="1"/>
          </p:nvPr>
        </p:nvSpPr>
        <p:spPr>
          <a:xfrm>
            <a:off x="6334957" y="390199"/>
            <a:ext cx="5609038" cy="522797"/>
          </a:xfrm>
          <a:prstGeom prst="rect">
            <a:avLst/>
          </a:prstGeom>
        </p:spPr>
        <p:txBody>
          <a:bodyPr lIns="0" tIns="0" rIns="0" bIns="0" anchor="t">
            <a:noAutofit/>
          </a:bodyPr>
          <a:lstStyle>
            <a:lvl1pPr marL="0" indent="0">
              <a:lnSpc>
                <a:spcPts val="1600"/>
              </a:lnSpc>
              <a:buNone/>
              <a:defRPr sz="2000" b="0" i="0">
                <a:solidFill>
                  <a:schemeClr val="bg1"/>
                </a:solidFill>
                <a:latin typeface="TWK Everett" panose="020B0204000000000000" pitchFamily="34" charset="77"/>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Subtitle</a:t>
            </a:r>
          </a:p>
        </p:txBody>
      </p:sp>
      <p:pic>
        <p:nvPicPr>
          <p:cNvPr id="2" name="Picture 1">
            <a:extLst>
              <a:ext uri="{FF2B5EF4-FFF2-40B4-BE49-F238E27FC236}">
                <a16:creationId xmlns:a16="http://schemas.microsoft.com/office/drawing/2014/main" id="{B49BB6ED-EA91-4C5B-2DCE-5C6E389B26A8}"/>
              </a:ext>
            </a:extLst>
          </p:cNvPr>
          <p:cNvPicPr>
            <a:picLocks noChangeAspect="1"/>
          </p:cNvPicPr>
          <p:nvPr userDrawn="1"/>
        </p:nvPicPr>
        <p:blipFill>
          <a:blip r:embed="rId2"/>
          <a:stretch>
            <a:fillRect/>
          </a:stretch>
        </p:blipFill>
        <p:spPr>
          <a:xfrm>
            <a:off x="232734" y="342900"/>
            <a:ext cx="1381539" cy="441991"/>
          </a:xfrm>
          <a:prstGeom prst="rect">
            <a:avLst/>
          </a:prstGeom>
        </p:spPr>
      </p:pic>
    </p:spTree>
    <p:extLst>
      <p:ext uri="{BB962C8B-B14F-4D97-AF65-F5344CB8AC3E}">
        <p14:creationId xmlns:p14="http://schemas.microsoft.com/office/powerpoint/2010/main" val="81431894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38760" y="3017520"/>
            <a:ext cx="5867400" cy="2359910"/>
          </a:xfrm>
          <a:prstGeom prst="rect">
            <a:avLst/>
          </a:prstGeom>
        </p:spPr>
        <p:txBody>
          <a:bodyPr lIns="0" tIns="0" rIns="0" bIns="0" anchor="b">
            <a:noAutofit/>
          </a:bodyPr>
          <a:lstStyle>
            <a:lvl1pPr marL="0" indent="0">
              <a:lnSpc>
                <a:spcPts val="8200"/>
              </a:lnSpc>
              <a:buNone/>
              <a:defRPr sz="7400" b="0" i="0">
                <a:solidFill>
                  <a:schemeClr val="bg1"/>
                </a:solidFill>
                <a:latin typeface="TWK Everett" panose="020B0204000000000000" pitchFamily="34" charset="77"/>
              </a:defRPr>
            </a:lvl1pPr>
          </a:lstStyle>
          <a:p>
            <a:pPr lvl="0"/>
            <a:r>
              <a:rPr lang="en-US"/>
              <a:t>Thank you</a:t>
            </a:r>
          </a:p>
        </p:txBody>
      </p:sp>
      <p:sp>
        <p:nvSpPr>
          <p:cNvPr id="5" name="Text Placeholder 3">
            <a:extLst>
              <a:ext uri="{FF2B5EF4-FFF2-40B4-BE49-F238E27FC236}">
                <a16:creationId xmlns:a16="http://schemas.microsoft.com/office/drawing/2014/main" id="{40255C1A-8C98-3045-A04D-F9D8B00E1D44}"/>
              </a:ext>
            </a:extLst>
          </p:cNvPr>
          <p:cNvSpPr>
            <a:spLocks noGrp="1"/>
          </p:cNvSpPr>
          <p:nvPr>
            <p:ph type="body" sz="quarter" idx="13" hasCustomPrompt="1"/>
          </p:nvPr>
        </p:nvSpPr>
        <p:spPr>
          <a:xfrm>
            <a:off x="233680" y="6361669"/>
            <a:ext cx="2616994" cy="174086"/>
          </a:xfrm>
          <a:prstGeom prst="rect">
            <a:avLst/>
          </a:prstGeom>
        </p:spPr>
        <p:txBody>
          <a:bodyPr lIns="0" tIns="0" rIns="0" bIns="0">
            <a:noAutofit/>
          </a:bodyPr>
          <a:lstStyle>
            <a:lvl1pPr marL="0" indent="0">
              <a:buNone/>
              <a:defRPr sz="1200" b="0" i="0">
                <a:solidFill>
                  <a:schemeClr val="bg1"/>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pic>
        <p:nvPicPr>
          <p:cNvPr id="2" name="Picture 1">
            <a:extLst>
              <a:ext uri="{FF2B5EF4-FFF2-40B4-BE49-F238E27FC236}">
                <a16:creationId xmlns:a16="http://schemas.microsoft.com/office/drawing/2014/main" id="{A7D05082-A58D-5758-184E-0DFCB93B4204}"/>
              </a:ext>
            </a:extLst>
          </p:cNvPr>
          <p:cNvPicPr>
            <a:picLocks noChangeAspect="1"/>
          </p:cNvPicPr>
          <p:nvPr userDrawn="1"/>
        </p:nvPicPr>
        <p:blipFill>
          <a:blip r:embed="rId2"/>
          <a:stretch>
            <a:fillRect/>
          </a:stretch>
        </p:blipFill>
        <p:spPr>
          <a:xfrm>
            <a:off x="232734" y="342900"/>
            <a:ext cx="1381539" cy="441991"/>
          </a:xfrm>
          <a:prstGeom prst="rect">
            <a:avLst/>
          </a:prstGeom>
        </p:spPr>
      </p:pic>
    </p:spTree>
    <p:extLst>
      <p:ext uri="{BB962C8B-B14F-4D97-AF65-F5344CB8AC3E}">
        <p14:creationId xmlns:p14="http://schemas.microsoft.com/office/powerpoint/2010/main" val="63869595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 red with white slim trellis">
    <p:bg>
      <p:bgPr>
        <a:solidFill>
          <a:schemeClr val="accent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38760" y="3017520"/>
            <a:ext cx="5867400" cy="2359910"/>
          </a:xfrm>
          <a:prstGeom prst="rect">
            <a:avLst/>
          </a:prstGeom>
        </p:spPr>
        <p:txBody>
          <a:bodyPr lIns="0" tIns="0" rIns="0" bIns="0" anchor="b">
            <a:noAutofit/>
          </a:bodyPr>
          <a:lstStyle>
            <a:lvl1pPr marL="0" indent="0">
              <a:lnSpc>
                <a:spcPts val="8200"/>
              </a:lnSpc>
              <a:buNone/>
              <a:defRPr sz="7400" b="0" i="0">
                <a:solidFill>
                  <a:schemeClr val="bg1"/>
                </a:solidFill>
                <a:latin typeface="TWK Everett" panose="020B0204000000000000" pitchFamily="34" charset="77"/>
              </a:defRPr>
            </a:lvl1pPr>
          </a:lstStyle>
          <a:p>
            <a:pPr lvl="0"/>
            <a:r>
              <a:rPr lang="en-US"/>
              <a:t>Thank you</a:t>
            </a:r>
          </a:p>
        </p:txBody>
      </p:sp>
      <p:sp>
        <p:nvSpPr>
          <p:cNvPr id="5" name="Text Placeholder 3">
            <a:extLst>
              <a:ext uri="{FF2B5EF4-FFF2-40B4-BE49-F238E27FC236}">
                <a16:creationId xmlns:a16="http://schemas.microsoft.com/office/drawing/2014/main" id="{40255C1A-8C98-3045-A04D-F9D8B00E1D44}"/>
              </a:ext>
            </a:extLst>
          </p:cNvPr>
          <p:cNvSpPr>
            <a:spLocks noGrp="1"/>
          </p:cNvSpPr>
          <p:nvPr>
            <p:ph type="body" sz="quarter" idx="13" hasCustomPrompt="1"/>
          </p:nvPr>
        </p:nvSpPr>
        <p:spPr>
          <a:xfrm>
            <a:off x="233680" y="6361669"/>
            <a:ext cx="2616994" cy="174086"/>
          </a:xfrm>
          <a:prstGeom prst="rect">
            <a:avLst/>
          </a:prstGeom>
        </p:spPr>
        <p:txBody>
          <a:bodyPr lIns="0" tIns="0" rIns="0" bIns="0">
            <a:noAutofit/>
          </a:bodyPr>
          <a:lstStyle>
            <a:lvl1pPr marL="0" indent="0">
              <a:buNone/>
              <a:defRPr sz="1200" b="0" i="0">
                <a:solidFill>
                  <a:schemeClr val="bg1"/>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pic>
        <p:nvPicPr>
          <p:cNvPr id="2" name="Picture 1">
            <a:extLst>
              <a:ext uri="{FF2B5EF4-FFF2-40B4-BE49-F238E27FC236}">
                <a16:creationId xmlns:a16="http://schemas.microsoft.com/office/drawing/2014/main" id="{BCDB9E84-3DFE-523C-0F24-B1DD29104650}"/>
              </a:ext>
            </a:extLst>
          </p:cNvPr>
          <p:cNvPicPr>
            <a:picLocks/>
          </p:cNvPicPr>
          <p:nvPr userDrawn="1"/>
        </p:nvPicPr>
        <p:blipFill>
          <a:blip r:embed="rId2"/>
          <a:srcRect t="33" b="33"/>
          <a:stretch/>
        </p:blipFill>
        <p:spPr>
          <a:xfrm>
            <a:off x="7409137" y="-6536"/>
            <a:ext cx="4782863" cy="6864536"/>
          </a:xfrm>
          <a:prstGeom prst="rect">
            <a:avLst/>
          </a:prstGeom>
        </p:spPr>
      </p:pic>
      <p:pic>
        <p:nvPicPr>
          <p:cNvPr id="3" name="Picture 2">
            <a:extLst>
              <a:ext uri="{FF2B5EF4-FFF2-40B4-BE49-F238E27FC236}">
                <a16:creationId xmlns:a16="http://schemas.microsoft.com/office/drawing/2014/main" id="{B1FACDDF-0627-86B2-9AA5-025F9E9D5370}"/>
              </a:ext>
            </a:extLst>
          </p:cNvPr>
          <p:cNvPicPr>
            <a:picLocks noChangeAspect="1"/>
          </p:cNvPicPr>
          <p:nvPr userDrawn="1"/>
        </p:nvPicPr>
        <p:blipFill>
          <a:blip r:embed="rId3"/>
          <a:stretch>
            <a:fillRect/>
          </a:stretch>
        </p:blipFill>
        <p:spPr>
          <a:xfrm>
            <a:off x="232734" y="342900"/>
            <a:ext cx="1381539" cy="441991"/>
          </a:xfrm>
          <a:prstGeom prst="rect">
            <a:avLst/>
          </a:prstGeom>
        </p:spPr>
      </p:pic>
    </p:spTree>
    <p:extLst>
      <p:ext uri="{BB962C8B-B14F-4D97-AF65-F5344CB8AC3E}">
        <p14:creationId xmlns:p14="http://schemas.microsoft.com/office/powerpoint/2010/main" val="96586496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hank You - Spruce">
    <p:bg>
      <p:bgPr>
        <a:solidFill>
          <a:srgbClr val="29707A"/>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6B568E-C907-154F-B8B9-6B9E2D5F6500}"/>
              </a:ext>
            </a:extLst>
          </p:cNvPr>
          <p:cNvSpPr>
            <a:spLocks noGrp="1"/>
          </p:cNvSpPr>
          <p:nvPr>
            <p:ph type="body" sz="quarter" idx="14" hasCustomPrompt="1"/>
          </p:nvPr>
        </p:nvSpPr>
        <p:spPr>
          <a:xfrm>
            <a:off x="228600" y="3025140"/>
            <a:ext cx="5867400" cy="2362199"/>
          </a:xfrm>
          <a:prstGeom prst="rect">
            <a:avLst/>
          </a:prstGeom>
        </p:spPr>
        <p:txBody>
          <a:bodyPr lIns="0" tIns="0" rIns="0" bIns="0" anchor="b">
            <a:noAutofit/>
          </a:bodyPr>
          <a:lstStyle>
            <a:lvl1pPr marL="0" indent="0">
              <a:lnSpc>
                <a:spcPts val="8200"/>
              </a:lnSpc>
              <a:buNone/>
              <a:defRPr sz="7400" b="0" i="0">
                <a:solidFill>
                  <a:srgbClr val="FFFFFF"/>
                </a:solidFill>
                <a:latin typeface="TWK Everett" panose="020B0204000000000000" pitchFamily="34" charset="77"/>
              </a:defRPr>
            </a:lvl1pPr>
          </a:lstStyle>
          <a:p>
            <a:pPr lvl="0"/>
            <a:r>
              <a:rPr lang="en-US"/>
              <a:t>Thank you</a:t>
            </a:r>
          </a:p>
        </p:txBody>
      </p:sp>
      <p:sp>
        <p:nvSpPr>
          <p:cNvPr id="6" name="Text Placeholder 3">
            <a:extLst>
              <a:ext uri="{FF2B5EF4-FFF2-40B4-BE49-F238E27FC236}">
                <a16:creationId xmlns:a16="http://schemas.microsoft.com/office/drawing/2014/main" id="{CCBD17F1-1E79-1B44-8A60-7E2CF4ABDAC4}"/>
              </a:ext>
            </a:extLst>
          </p:cNvPr>
          <p:cNvSpPr>
            <a:spLocks noGrp="1"/>
          </p:cNvSpPr>
          <p:nvPr>
            <p:ph type="body" sz="quarter" idx="13" hasCustomPrompt="1"/>
          </p:nvPr>
        </p:nvSpPr>
        <p:spPr>
          <a:xfrm>
            <a:off x="233680" y="6361669"/>
            <a:ext cx="2616994" cy="174086"/>
          </a:xfrm>
          <a:prstGeom prst="rect">
            <a:avLst/>
          </a:prstGeom>
        </p:spPr>
        <p:txBody>
          <a:bodyPr lIns="0" tIns="0" rIns="0" bIns="0">
            <a:noAutofit/>
          </a:bodyPr>
          <a:lstStyle>
            <a:lvl1pPr marL="0" indent="0">
              <a:buNone/>
              <a:defRPr sz="1200" b="0" i="0">
                <a:solidFill>
                  <a:srgbClr val="FFFFFF"/>
                </a:solidFill>
                <a:latin typeface="TWK Everett" panose="020B0204000000000000" pitchFamily="34" charset="77"/>
              </a:defRPr>
            </a:lvl1pPr>
            <a:lvl2pPr marL="457200" indent="0">
              <a:buFont typeface="Arial" panose="020B0604020202020204" pitchFamily="34" charset="0"/>
              <a:buNone/>
              <a:defRPr/>
            </a:lvl2pPr>
          </a:lstStyle>
          <a:p>
            <a:pPr lvl="0"/>
            <a:r>
              <a:rPr lang="en-US"/>
              <a:t>Date</a:t>
            </a:r>
          </a:p>
        </p:txBody>
      </p:sp>
      <p:pic>
        <p:nvPicPr>
          <p:cNvPr id="2" name="Picture 1">
            <a:extLst>
              <a:ext uri="{FF2B5EF4-FFF2-40B4-BE49-F238E27FC236}">
                <a16:creationId xmlns:a16="http://schemas.microsoft.com/office/drawing/2014/main" id="{EE8B1A74-0186-4F16-154F-C0CA099D8D40}"/>
              </a:ext>
            </a:extLst>
          </p:cNvPr>
          <p:cNvPicPr>
            <a:picLocks/>
          </p:cNvPicPr>
          <p:nvPr userDrawn="1"/>
        </p:nvPicPr>
        <p:blipFill rotWithShape="1">
          <a:blip r:embed="rId2"/>
          <a:srcRect l="52534" r="8274"/>
          <a:stretch/>
        </p:blipFill>
        <p:spPr>
          <a:xfrm>
            <a:off x="7409137" y="-6536"/>
            <a:ext cx="4782863" cy="6864536"/>
          </a:xfrm>
          <a:prstGeom prst="rect">
            <a:avLst/>
          </a:prstGeom>
        </p:spPr>
      </p:pic>
      <p:pic>
        <p:nvPicPr>
          <p:cNvPr id="3" name="Picture 2">
            <a:extLst>
              <a:ext uri="{FF2B5EF4-FFF2-40B4-BE49-F238E27FC236}">
                <a16:creationId xmlns:a16="http://schemas.microsoft.com/office/drawing/2014/main" id="{46916C62-D4F2-94EF-0013-DEF9F77B7BE2}"/>
              </a:ext>
            </a:extLst>
          </p:cNvPr>
          <p:cNvPicPr>
            <a:picLocks noChangeAspect="1"/>
          </p:cNvPicPr>
          <p:nvPr userDrawn="1"/>
        </p:nvPicPr>
        <p:blipFill>
          <a:blip r:embed="rId3"/>
          <a:stretch>
            <a:fillRect/>
          </a:stretch>
        </p:blipFill>
        <p:spPr>
          <a:xfrm>
            <a:off x="232734" y="342900"/>
            <a:ext cx="1381539" cy="441991"/>
          </a:xfrm>
          <a:prstGeom prst="rect">
            <a:avLst/>
          </a:prstGeom>
        </p:spPr>
      </p:pic>
    </p:spTree>
    <p:extLst>
      <p:ext uri="{BB962C8B-B14F-4D97-AF65-F5344CB8AC3E}">
        <p14:creationId xmlns:p14="http://schemas.microsoft.com/office/powerpoint/2010/main" val="3447073684"/>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 Chapter Divider Warm Red">
    <p:bg>
      <p:bgPr>
        <a:solidFill>
          <a:schemeClr val="accent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4BA1A07-99D9-3B4B-A9A3-00AA4EB93986}"/>
              </a:ext>
            </a:extLst>
          </p:cNvPr>
          <p:cNvSpPr>
            <a:spLocks noGrp="1"/>
          </p:cNvSpPr>
          <p:nvPr>
            <p:ph type="body" sz="quarter" idx="18" hasCustomPrompt="1"/>
          </p:nvPr>
        </p:nvSpPr>
        <p:spPr>
          <a:xfrm>
            <a:off x="1524000" y="4233747"/>
            <a:ext cx="9144000" cy="2133600"/>
          </a:xfrm>
          <a:prstGeom prst="rect">
            <a:avLst/>
          </a:prstGeom>
        </p:spPr>
        <p:txBody>
          <a:bodyPr lIns="0" tIns="0" rIns="0" bIns="0">
            <a:noAutofit/>
          </a:bodyPr>
          <a:lstStyle>
            <a:lvl1pPr marL="0" indent="0">
              <a:buNone/>
              <a:defRPr sz="1600" b="0" i="0">
                <a:solidFill>
                  <a:schemeClr val="bg1"/>
                </a:solidFill>
                <a:latin typeface="TWK Everett" panose="020B0204000000000000" pitchFamily="34" charset="77"/>
              </a:defRPr>
            </a:lvl1pPr>
          </a:lstStyle>
          <a:p>
            <a:pPr lvl="0"/>
            <a:r>
              <a:rPr lang="en-US"/>
              <a:t>Insert description here</a:t>
            </a:r>
          </a:p>
        </p:txBody>
      </p:sp>
      <p:sp>
        <p:nvSpPr>
          <p:cNvPr id="7" name="Content Placeholder 2">
            <a:extLst>
              <a:ext uri="{FF2B5EF4-FFF2-40B4-BE49-F238E27FC236}">
                <a16:creationId xmlns:a16="http://schemas.microsoft.com/office/drawing/2014/main" id="{6C7B951C-B2F3-E94C-AC3A-13262C8321EB}"/>
              </a:ext>
            </a:extLst>
          </p:cNvPr>
          <p:cNvSpPr>
            <a:spLocks noGrp="1"/>
          </p:cNvSpPr>
          <p:nvPr>
            <p:ph idx="17" hasCustomPrompt="1"/>
          </p:nvPr>
        </p:nvSpPr>
        <p:spPr>
          <a:xfrm>
            <a:off x="190012" y="224042"/>
            <a:ext cx="1223963" cy="900113"/>
          </a:xfrm>
          <a:prstGeom prst="rect">
            <a:avLst/>
          </a:prstGeom>
          <a:ln>
            <a:noFill/>
          </a:ln>
        </p:spPr>
        <p:txBody>
          <a:bodyPr lIns="0" tIns="0" rIns="0" bIns="0" anchor="t">
            <a:noAutofit/>
          </a:bodyPr>
          <a:lstStyle>
            <a:lvl1pPr marL="0" indent="0" algn="l">
              <a:lnSpc>
                <a:spcPct val="100000"/>
              </a:lnSpc>
              <a:buNone/>
              <a:defRPr sz="6700" b="0" i="0">
                <a:ln w="12700">
                  <a:solidFill>
                    <a:schemeClr val="bg1"/>
                  </a:solidFill>
                </a:ln>
                <a:noFill/>
                <a:latin typeface="TWK Everett" panose="020B0204000000000000" pitchFamily="34" charset="77"/>
              </a:defRPr>
            </a:lvl1pPr>
          </a:lstStyle>
          <a:p>
            <a:pPr lvl="0"/>
            <a:r>
              <a:rPr lang="en-US"/>
              <a:t>02</a:t>
            </a:r>
          </a:p>
        </p:txBody>
      </p:sp>
      <p:sp>
        <p:nvSpPr>
          <p:cNvPr id="9" name="Content Placeholder 2">
            <a:extLst>
              <a:ext uri="{FF2B5EF4-FFF2-40B4-BE49-F238E27FC236}">
                <a16:creationId xmlns:a16="http://schemas.microsoft.com/office/drawing/2014/main" id="{6DC22C86-3B9C-2A46-B98A-63FC1E9FD95F}"/>
              </a:ext>
            </a:extLst>
          </p:cNvPr>
          <p:cNvSpPr>
            <a:spLocks noGrp="1"/>
          </p:cNvSpPr>
          <p:nvPr>
            <p:ph idx="16" hasCustomPrompt="1"/>
          </p:nvPr>
        </p:nvSpPr>
        <p:spPr>
          <a:xfrm>
            <a:off x="1497762" y="224042"/>
            <a:ext cx="9166302" cy="287871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TWK Everett" panose="020B0204000000000000" pitchFamily="34" charset="77"/>
              </a:defRPr>
            </a:lvl1pPr>
          </a:lstStyle>
          <a:p>
            <a:pPr lvl="0"/>
            <a:r>
              <a:rPr lang="en-US"/>
              <a:t>Chapter</a:t>
            </a:r>
          </a:p>
        </p:txBody>
      </p:sp>
      <p:pic>
        <p:nvPicPr>
          <p:cNvPr id="2" name="Picture 1">
            <a:extLst>
              <a:ext uri="{FF2B5EF4-FFF2-40B4-BE49-F238E27FC236}">
                <a16:creationId xmlns:a16="http://schemas.microsoft.com/office/drawing/2014/main" id="{59DF43DD-879C-2862-D182-23BB916F4BE6}"/>
              </a:ext>
            </a:extLst>
          </p:cNvPr>
          <p:cNvPicPr>
            <a:picLocks noChangeAspect="1"/>
          </p:cNvPicPr>
          <p:nvPr userDrawn="1"/>
        </p:nvPicPr>
        <p:blipFill>
          <a:blip r:embed="rId2"/>
          <a:stretch>
            <a:fillRect/>
          </a:stretch>
        </p:blipFill>
        <p:spPr>
          <a:xfrm>
            <a:off x="233401" y="6344685"/>
            <a:ext cx="723467" cy="227941"/>
          </a:xfrm>
          <a:prstGeom prst="rect">
            <a:avLst/>
          </a:prstGeom>
        </p:spPr>
      </p:pic>
    </p:spTree>
    <p:extLst>
      <p:ext uri="{BB962C8B-B14F-4D97-AF65-F5344CB8AC3E}">
        <p14:creationId xmlns:p14="http://schemas.microsoft.com/office/powerpoint/2010/main" val="64015376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 Chapter Divider Spruce">
    <p:bg>
      <p:bgPr>
        <a:solidFill>
          <a:srgbClr val="29707A"/>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4BA1A07-99D9-3B4B-A9A3-00AA4EB93986}"/>
              </a:ext>
            </a:extLst>
          </p:cNvPr>
          <p:cNvSpPr>
            <a:spLocks noGrp="1"/>
          </p:cNvSpPr>
          <p:nvPr>
            <p:ph type="body" sz="quarter" idx="18" hasCustomPrompt="1"/>
          </p:nvPr>
        </p:nvSpPr>
        <p:spPr>
          <a:xfrm>
            <a:off x="1524000" y="4233747"/>
            <a:ext cx="9144000" cy="2133600"/>
          </a:xfrm>
          <a:prstGeom prst="rect">
            <a:avLst/>
          </a:prstGeom>
        </p:spPr>
        <p:txBody>
          <a:bodyPr lIns="0" tIns="0" rIns="0" bIns="0">
            <a:noAutofit/>
          </a:bodyPr>
          <a:lstStyle>
            <a:lvl1pPr marL="0" indent="0">
              <a:buNone/>
              <a:defRPr sz="1600" b="0" i="0">
                <a:solidFill>
                  <a:schemeClr val="bg1"/>
                </a:solidFill>
                <a:latin typeface="TWK Everett" panose="020B0204000000000000" pitchFamily="34" charset="77"/>
              </a:defRPr>
            </a:lvl1pPr>
          </a:lstStyle>
          <a:p>
            <a:pPr lvl="0"/>
            <a:r>
              <a:rPr lang="en-US"/>
              <a:t>Insert description here</a:t>
            </a:r>
          </a:p>
        </p:txBody>
      </p:sp>
      <p:sp>
        <p:nvSpPr>
          <p:cNvPr id="7" name="Content Placeholder 2">
            <a:extLst>
              <a:ext uri="{FF2B5EF4-FFF2-40B4-BE49-F238E27FC236}">
                <a16:creationId xmlns:a16="http://schemas.microsoft.com/office/drawing/2014/main" id="{6C7B951C-B2F3-E94C-AC3A-13262C8321EB}"/>
              </a:ext>
            </a:extLst>
          </p:cNvPr>
          <p:cNvSpPr>
            <a:spLocks noGrp="1"/>
          </p:cNvSpPr>
          <p:nvPr>
            <p:ph idx="17" hasCustomPrompt="1"/>
          </p:nvPr>
        </p:nvSpPr>
        <p:spPr>
          <a:xfrm>
            <a:off x="190012" y="224042"/>
            <a:ext cx="1223963" cy="900113"/>
          </a:xfrm>
          <a:prstGeom prst="rect">
            <a:avLst/>
          </a:prstGeom>
          <a:ln>
            <a:noFill/>
          </a:ln>
        </p:spPr>
        <p:txBody>
          <a:bodyPr lIns="0" tIns="0" rIns="0" bIns="0" anchor="t">
            <a:noAutofit/>
          </a:bodyPr>
          <a:lstStyle>
            <a:lvl1pPr marL="0" indent="0" algn="l">
              <a:lnSpc>
                <a:spcPct val="100000"/>
              </a:lnSpc>
              <a:buNone/>
              <a:defRPr sz="6700" b="0" i="0">
                <a:ln w="12700">
                  <a:solidFill>
                    <a:schemeClr val="bg1"/>
                  </a:solidFill>
                </a:ln>
                <a:noFill/>
                <a:latin typeface="TWK Everett" panose="020B0204000000000000" pitchFamily="34" charset="77"/>
              </a:defRPr>
            </a:lvl1pPr>
          </a:lstStyle>
          <a:p>
            <a:pPr lvl="0"/>
            <a:r>
              <a:rPr lang="en-US"/>
              <a:t>02</a:t>
            </a:r>
          </a:p>
        </p:txBody>
      </p:sp>
      <p:sp>
        <p:nvSpPr>
          <p:cNvPr id="9" name="Content Placeholder 2">
            <a:extLst>
              <a:ext uri="{FF2B5EF4-FFF2-40B4-BE49-F238E27FC236}">
                <a16:creationId xmlns:a16="http://schemas.microsoft.com/office/drawing/2014/main" id="{6DC22C86-3B9C-2A46-B98A-63FC1E9FD95F}"/>
              </a:ext>
            </a:extLst>
          </p:cNvPr>
          <p:cNvSpPr>
            <a:spLocks noGrp="1"/>
          </p:cNvSpPr>
          <p:nvPr>
            <p:ph idx="16" hasCustomPrompt="1"/>
          </p:nvPr>
        </p:nvSpPr>
        <p:spPr>
          <a:xfrm>
            <a:off x="1497762" y="224042"/>
            <a:ext cx="9166302" cy="287871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TWK Everett" panose="020B0204000000000000" pitchFamily="34" charset="77"/>
              </a:defRPr>
            </a:lvl1pPr>
          </a:lstStyle>
          <a:p>
            <a:pPr lvl="0"/>
            <a:r>
              <a:rPr lang="en-US"/>
              <a:t>Chapter</a:t>
            </a:r>
          </a:p>
        </p:txBody>
      </p:sp>
      <p:pic>
        <p:nvPicPr>
          <p:cNvPr id="2" name="Picture 1">
            <a:extLst>
              <a:ext uri="{FF2B5EF4-FFF2-40B4-BE49-F238E27FC236}">
                <a16:creationId xmlns:a16="http://schemas.microsoft.com/office/drawing/2014/main" id="{E495B199-FAB6-2E6F-A671-93DF3AD61950}"/>
              </a:ext>
            </a:extLst>
          </p:cNvPr>
          <p:cNvPicPr>
            <a:picLocks noChangeAspect="1"/>
          </p:cNvPicPr>
          <p:nvPr userDrawn="1"/>
        </p:nvPicPr>
        <p:blipFill>
          <a:blip r:embed="rId2"/>
          <a:stretch>
            <a:fillRect/>
          </a:stretch>
        </p:blipFill>
        <p:spPr>
          <a:xfrm>
            <a:off x="233401" y="6344685"/>
            <a:ext cx="723467" cy="227941"/>
          </a:xfrm>
          <a:prstGeom prst="rect">
            <a:avLst/>
          </a:prstGeom>
        </p:spPr>
      </p:pic>
    </p:spTree>
    <p:extLst>
      <p:ext uri="{BB962C8B-B14F-4D97-AF65-F5344CB8AC3E}">
        <p14:creationId xmlns:p14="http://schemas.microsoft.com/office/powerpoint/2010/main" val="3561489581"/>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arm Red">
    <p:bg>
      <p:bgPr>
        <a:solidFill>
          <a:srgbClr val="29707A"/>
        </a:solidFill>
        <a:effectLst/>
      </p:bgPr>
    </p:bg>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F8A78571-3B6A-804A-9424-90782341222A}"/>
              </a:ext>
            </a:extLst>
          </p:cNvPr>
          <p:cNvSpPr>
            <a:spLocks noGrp="1"/>
          </p:cNvSpPr>
          <p:nvPr>
            <p:ph idx="16" hasCustomPrompt="1"/>
          </p:nvPr>
        </p:nvSpPr>
        <p:spPr>
          <a:xfrm>
            <a:off x="190958" y="216958"/>
            <a:ext cx="5889702" cy="244134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TWK Everett" panose="020B0204000000000000" pitchFamily="34" charset="77"/>
              </a:defRPr>
            </a:lvl1pPr>
          </a:lstStyle>
          <a:p>
            <a:pPr lvl="0"/>
            <a:r>
              <a:rPr lang="en-US"/>
              <a:t>Chapter</a:t>
            </a:r>
          </a:p>
        </p:txBody>
      </p:sp>
      <p:pic>
        <p:nvPicPr>
          <p:cNvPr id="2" name="Picture 1">
            <a:extLst>
              <a:ext uri="{FF2B5EF4-FFF2-40B4-BE49-F238E27FC236}">
                <a16:creationId xmlns:a16="http://schemas.microsoft.com/office/drawing/2014/main" id="{E1A4FD46-B420-6C42-AEF7-528F16D610FB}"/>
              </a:ext>
            </a:extLst>
          </p:cNvPr>
          <p:cNvPicPr>
            <a:picLocks noChangeAspect="1"/>
          </p:cNvPicPr>
          <p:nvPr userDrawn="1"/>
        </p:nvPicPr>
        <p:blipFill>
          <a:blip r:embed="rId2"/>
          <a:stretch>
            <a:fillRect/>
          </a:stretch>
        </p:blipFill>
        <p:spPr>
          <a:xfrm>
            <a:off x="233401" y="6344685"/>
            <a:ext cx="723467" cy="227941"/>
          </a:xfrm>
          <a:prstGeom prst="rect">
            <a:avLst/>
          </a:prstGeom>
        </p:spPr>
      </p:pic>
      <p:pic>
        <p:nvPicPr>
          <p:cNvPr id="3" name="Picture 2">
            <a:extLst>
              <a:ext uri="{FF2B5EF4-FFF2-40B4-BE49-F238E27FC236}">
                <a16:creationId xmlns:a16="http://schemas.microsoft.com/office/drawing/2014/main" id="{3BF843C5-2370-952B-66AA-BDDF68F8AF95}"/>
              </a:ext>
            </a:extLst>
          </p:cNvPr>
          <p:cNvPicPr>
            <a:picLocks/>
          </p:cNvPicPr>
          <p:nvPr userDrawn="1"/>
        </p:nvPicPr>
        <p:blipFill rotWithShape="1">
          <a:blip r:embed="rId3"/>
          <a:srcRect l="39988" r="20820"/>
          <a:stretch/>
        </p:blipFill>
        <p:spPr>
          <a:xfrm>
            <a:off x="7409137" y="0"/>
            <a:ext cx="4782863" cy="6864536"/>
          </a:xfrm>
          <a:prstGeom prst="rect">
            <a:avLst/>
          </a:prstGeom>
        </p:spPr>
      </p:pic>
    </p:spTree>
    <p:extLst>
      <p:ext uri="{BB962C8B-B14F-4D97-AF65-F5344CB8AC3E}">
        <p14:creationId xmlns:p14="http://schemas.microsoft.com/office/powerpoint/2010/main" val="195416566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pruce">
    <p:bg>
      <p:bgPr>
        <a:solidFill>
          <a:srgbClr val="29707A"/>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0733665-B5FA-4BFE-A8A0-860EAB727A95}"/>
              </a:ext>
            </a:extLst>
          </p:cNvPr>
          <p:cNvSpPr>
            <a:spLocks noGrp="1"/>
          </p:cNvSpPr>
          <p:nvPr>
            <p:ph idx="16" hasCustomPrompt="1"/>
          </p:nvPr>
        </p:nvSpPr>
        <p:spPr>
          <a:xfrm>
            <a:off x="190958" y="216958"/>
            <a:ext cx="5889702" cy="2441347"/>
          </a:xfrm>
          <a:prstGeom prst="rect">
            <a:avLst/>
          </a:prstGeom>
        </p:spPr>
        <p:txBody>
          <a:bodyPr lIns="0" tIns="0" rIns="0" bIns="0" anchor="t">
            <a:noAutofit/>
          </a:bodyPr>
          <a:lstStyle>
            <a:lvl1pPr marL="0" indent="0" algn="l">
              <a:lnSpc>
                <a:spcPct val="100000"/>
              </a:lnSpc>
              <a:buNone/>
              <a:defRPr sz="6700" b="0" i="0">
                <a:ln w="12700">
                  <a:noFill/>
                </a:ln>
                <a:solidFill>
                  <a:schemeClr val="bg1"/>
                </a:solidFill>
                <a:latin typeface="TWK Everett" panose="020B0204000000000000" pitchFamily="34" charset="77"/>
              </a:defRPr>
            </a:lvl1pPr>
          </a:lstStyle>
          <a:p>
            <a:pPr lvl="0"/>
            <a:r>
              <a:rPr lang="en-US"/>
              <a:t>Chapter</a:t>
            </a:r>
          </a:p>
        </p:txBody>
      </p:sp>
      <p:pic>
        <p:nvPicPr>
          <p:cNvPr id="10" name="Picture 9">
            <a:extLst>
              <a:ext uri="{FF2B5EF4-FFF2-40B4-BE49-F238E27FC236}">
                <a16:creationId xmlns:a16="http://schemas.microsoft.com/office/drawing/2014/main" id="{F07C94A8-5005-5268-2AF8-F2AE71C69F4C}"/>
              </a:ext>
            </a:extLst>
          </p:cNvPr>
          <p:cNvPicPr>
            <a:picLocks/>
          </p:cNvPicPr>
          <p:nvPr userDrawn="1"/>
        </p:nvPicPr>
        <p:blipFill rotWithShape="1">
          <a:blip r:embed="rId2"/>
          <a:srcRect l="39988" r="20820"/>
          <a:stretch/>
        </p:blipFill>
        <p:spPr>
          <a:xfrm>
            <a:off x="7409137" y="-6536"/>
            <a:ext cx="4782863" cy="6864536"/>
          </a:xfrm>
          <a:prstGeom prst="rect">
            <a:avLst/>
          </a:prstGeom>
        </p:spPr>
      </p:pic>
      <p:pic>
        <p:nvPicPr>
          <p:cNvPr id="2" name="Picture 1">
            <a:extLst>
              <a:ext uri="{FF2B5EF4-FFF2-40B4-BE49-F238E27FC236}">
                <a16:creationId xmlns:a16="http://schemas.microsoft.com/office/drawing/2014/main" id="{57287DB1-0A3C-3279-F51E-84F912777AA3}"/>
              </a:ext>
            </a:extLst>
          </p:cNvPr>
          <p:cNvPicPr>
            <a:picLocks noChangeAspect="1"/>
          </p:cNvPicPr>
          <p:nvPr userDrawn="1"/>
        </p:nvPicPr>
        <p:blipFill>
          <a:blip r:embed="rId3"/>
          <a:stretch>
            <a:fillRect/>
          </a:stretch>
        </p:blipFill>
        <p:spPr>
          <a:xfrm>
            <a:off x="233401" y="6344685"/>
            <a:ext cx="723467" cy="227941"/>
          </a:xfrm>
          <a:prstGeom prst="rect">
            <a:avLst/>
          </a:prstGeom>
        </p:spPr>
      </p:pic>
    </p:spTree>
    <p:extLst>
      <p:ext uri="{BB962C8B-B14F-4D97-AF65-F5344CB8AC3E}">
        <p14:creationId xmlns:p14="http://schemas.microsoft.com/office/powerpoint/2010/main" val="318235771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bg1"/>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22E15C3-C2A6-DC48-80F6-132467E90B39}"/>
              </a:ext>
            </a:extLst>
          </p:cNvPr>
          <p:cNvSpPr>
            <a:spLocks noGrp="1"/>
          </p:cNvSpPr>
          <p:nvPr>
            <p:ph idx="1" hasCustomPrompt="1"/>
          </p:nvPr>
        </p:nvSpPr>
        <p:spPr>
          <a:xfrm>
            <a:off x="217449" y="1169900"/>
            <a:ext cx="1042290" cy="2971902"/>
          </a:xfrm>
          <a:prstGeom prst="rect">
            <a:avLst/>
          </a:prstGeom>
        </p:spPr>
        <p:txBody>
          <a:bodyPr lIns="0" tIns="0" rIns="0" bIns="0" anchor="t">
            <a:noAutofit/>
          </a:bodyPr>
          <a:lstStyle>
            <a:lvl1pPr marL="0" indent="0">
              <a:lnSpc>
                <a:spcPct val="100000"/>
              </a:lnSpc>
              <a:buNone/>
              <a:defRPr sz="4400" b="0" i="0">
                <a:ln w="12700">
                  <a:solidFill>
                    <a:srgbClr val="042315"/>
                  </a:solidFill>
                </a:ln>
                <a:noFill/>
                <a:latin typeface="TWK Everett" panose="020B0204000000000000" pitchFamily="34" charset="77"/>
              </a:defRPr>
            </a:lvl1pPr>
          </a:lstStyle>
          <a:p>
            <a:pPr lvl="0"/>
            <a:r>
              <a:rPr lang="en-US"/>
              <a:t>01</a:t>
            </a:r>
          </a:p>
          <a:p>
            <a:pPr lvl="0"/>
            <a:r>
              <a:rPr lang="en-US"/>
              <a:t>02</a:t>
            </a:r>
          </a:p>
          <a:p>
            <a:pPr lvl="0"/>
            <a:r>
              <a:rPr lang="en-US"/>
              <a:t>03</a:t>
            </a:r>
          </a:p>
          <a:p>
            <a:pPr lvl="0"/>
            <a:r>
              <a:rPr lang="en-US"/>
              <a:t>04</a:t>
            </a:r>
          </a:p>
        </p:txBody>
      </p:sp>
      <p:sp>
        <p:nvSpPr>
          <p:cNvPr id="8" name="Content Placeholder 2">
            <a:extLst>
              <a:ext uri="{FF2B5EF4-FFF2-40B4-BE49-F238E27FC236}">
                <a16:creationId xmlns:a16="http://schemas.microsoft.com/office/drawing/2014/main" id="{68351100-00A3-BB45-901F-81B0F8E8E0ED}"/>
              </a:ext>
            </a:extLst>
          </p:cNvPr>
          <p:cNvSpPr>
            <a:spLocks noGrp="1"/>
          </p:cNvSpPr>
          <p:nvPr>
            <p:ph idx="13" hasCustomPrompt="1"/>
          </p:nvPr>
        </p:nvSpPr>
        <p:spPr>
          <a:xfrm>
            <a:off x="1512849" y="1169899"/>
            <a:ext cx="7420028" cy="4222537"/>
          </a:xfrm>
          <a:prstGeom prst="rect">
            <a:avLst/>
          </a:prstGeom>
        </p:spPr>
        <p:txBody>
          <a:bodyPr lIns="0" tIns="0" rIns="0" bIns="0" anchor="t">
            <a:noAutofit/>
          </a:bodyPr>
          <a:lstStyle>
            <a:lvl1pPr marL="0" indent="0">
              <a:lnSpc>
                <a:spcPct val="100000"/>
              </a:lnSpc>
              <a:buNone/>
              <a:defRPr sz="4400" b="0" i="0">
                <a:ln w="12700">
                  <a:noFill/>
                </a:ln>
                <a:solidFill>
                  <a:srgbClr val="042315"/>
                </a:solidFill>
                <a:latin typeface="TWK Everett" panose="020B0204000000000000" pitchFamily="34" charset="77"/>
              </a:defRPr>
            </a:lvl1pPr>
          </a:lstStyle>
          <a:p>
            <a:pPr lvl="0"/>
            <a:r>
              <a:rPr lang="en-US"/>
              <a:t>Chapter</a:t>
            </a:r>
          </a:p>
          <a:p>
            <a:pPr lvl="0"/>
            <a:r>
              <a:rPr lang="en-US"/>
              <a:t>Chapter</a:t>
            </a:r>
          </a:p>
          <a:p>
            <a:pPr lvl="0"/>
            <a:r>
              <a:rPr lang="en-US"/>
              <a:t>Chapter</a:t>
            </a:r>
          </a:p>
          <a:p>
            <a:pPr lvl="0"/>
            <a:r>
              <a:rPr lang="en-US"/>
              <a:t>Chapter</a:t>
            </a:r>
          </a:p>
        </p:txBody>
      </p:sp>
      <p:sp>
        <p:nvSpPr>
          <p:cNvPr id="10" name="Title Placeholder 1">
            <a:extLst>
              <a:ext uri="{FF2B5EF4-FFF2-40B4-BE49-F238E27FC236}">
                <a16:creationId xmlns:a16="http://schemas.microsoft.com/office/drawing/2014/main" id="{88451C69-4432-45D6-BB5C-72DFA0297BCE}"/>
              </a:ext>
            </a:extLst>
          </p:cNvPr>
          <p:cNvSpPr>
            <a:spLocks noGrp="1"/>
          </p:cNvSpPr>
          <p:nvPr>
            <p:ph type="title" hasCustomPrompt="1"/>
          </p:nvPr>
        </p:nvSpPr>
        <p:spPr>
          <a:xfrm>
            <a:off x="228600" y="339006"/>
            <a:ext cx="5410200" cy="393473"/>
          </a:xfrm>
          <a:prstGeom prst="rect">
            <a:avLst/>
          </a:prstGeom>
        </p:spPr>
        <p:txBody>
          <a:bodyPr vert="horz" lIns="0" tIns="0" rIns="0" bIns="0" rtlCol="0" anchor="t">
            <a:noAutofit/>
          </a:bodyPr>
          <a:lstStyle>
            <a:lvl1pPr>
              <a:defRPr b="0" i="0">
                <a:solidFill>
                  <a:srgbClr val="042315"/>
                </a:solidFill>
                <a:latin typeface="TWK Everett" panose="020B0204000000000000" pitchFamily="34" charset="77"/>
              </a:defRPr>
            </a:lvl1pPr>
          </a:lstStyle>
          <a:p>
            <a:r>
              <a:rPr lang="en-US"/>
              <a:t>Agenda</a:t>
            </a:r>
          </a:p>
        </p:txBody>
      </p:sp>
      <p:pic>
        <p:nvPicPr>
          <p:cNvPr id="2" name="Picture 1">
            <a:extLst>
              <a:ext uri="{FF2B5EF4-FFF2-40B4-BE49-F238E27FC236}">
                <a16:creationId xmlns:a16="http://schemas.microsoft.com/office/drawing/2014/main" id="{6D7E52CC-0F2B-E272-F6FF-EC4EE74C0BF1}"/>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5333148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2F1EE"/>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A5CDD57-D1A6-D140-B3A1-649C3BED6ACE}"/>
              </a:ext>
            </a:extLst>
          </p:cNvPr>
          <p:cNvSpPr>
            <a:spLocks noGrp="1"/>
          </p:cNvSpPr>
          <p:nvPr>
            <p:ph idx="1" hasCustomPrompt="1"/>
          </p:nvPr>
        </p:nvSpPr>
        <p:spPr>
          <a:xfrm>
            <a:off x="216250" y="1169900"/>
            <a:ext cx="1042290" cy="2971902"/>
          </a:xfrm>
          <a:prstGeom prst="rect">
            <a:avLst/>
          </a:prstGeom>
        </p:spPr>
        <p:txBody>
          <a:bodyPr lIns="0" tIns="0" rIns="0" bIns="0" anchor="t">
            <a:noAutofit/>
          </a:bodyPr>
          <a:lstStyle>
            <a:lvl1pPr marL="0" indent="0">
              <a:lnSpc>
                <a:spcPct val="100000"/>
              </a:lnSpc>
              <a:buNone/>
              <a:defRPr sz="4400" b="0" i="0">
                <a:ln w="12700">
                  <a:solidFill>
                    <a:srgbClr val="3D3C3C"/>
                  </a:solidFill>
                </a:ln>
                <a:noFill/>
                <a:latin typeface="TWK Everett" panose="020B0204000000000000" pitchFamily="34" charset="77"/>
              </a:defRPr>
            </a:lvl1pPr>
          </a:lstStyle>
          <a:p>
            <a:pPr lvl="0"/>
            <a:r>
              <a:rPr lang="en-US"/>
              <a:t>01</a:t>
            </a:r>
          </a:p>
          <a:p>
            <a:pPr lvl="0"/>
            <a:r>
              <a:rPr lang="en-US"/>
              <a:t>02</a:t>
            </a:r>
          </a:p>
          <a:p>
            <a:pPr lvl="0"/>
            <a:r>
              <a:rPr lang="en-US"/>
              <a:t>03</a:t>
            </a:r>
          </a:p>
          <a:p>
            <a:pPr lvl="0"/>
            <a:r>
              <a:rPr lang="en-US"/>
              <a:t>04</a:t>
            </a:r>
          </a:p>
        </p:txBody>
      </p:sp>
      <p:sp>
        <p:nvSpPr>
          <p:cNvPr id="11" name="Content Placeholder 2">
            <a:extLst>
              <a:ext uri="{FF2B5EF4-FFF2-40B4-BE49-F238E27FC236}">
                <a16:creationId xmlns:a16="http://schemas.microsoft.com/office/drawing/2014/main" id="{49B6D032-5AFE-C842-B1D6-D212C39ED609}"/>
              </a:ext>
            </a:extLst>
          </p:cNvPr>
          <p:cNvSpPr>
            <a:spLocks noGrp="1"/>
          </p:cNvSpPr>
          <p:nvPr>
            <p:ph idx="13" hasCustomPrompt="1"/>
          </p:nvPr>
        </p:nvSpPr>
        <p:spPr>
          <a:xfrm>
            <a:off x="1514894" y="1169899"/>
            <a:ext cx="7420028" cy="4222537"/>
          </a:xfrm>
          <a:prstGeom prst="rect">
            <a:avLst/>
          </a:prstGeom>
        </p:spPr>
        <p:txBody>
          <a:bodyPr lIns="0" tIns="0" rIns="0" bIns="0" anchor="t">
            <a:noAutofit/>
          </a:bodyPr>
          <a:lstStyle>
            <a:lvl1pPr marL="0" indent="0">
              <a:lnSpc>
                <a:spcPct val="100000"/>
              </a:lnSpc>
              <a:buNone/>
              <a:defRPr sz="4400" b="0" i="0">
                <a:ln w="12700">
                  <a:noFill/>
                </a:ln>
                <a:solidFill>
                  <a:srgbClr val="3D3C3C"/>
                </a:solidFill>
                <a:latin typeface="TWK Everett" panose="020B0204000000000000" pitchFamily="34" charset="77"/>
              </a:defRPr>
            </a:lvl1pPr>
          </a:lstStyle>
          <a:p>
            <a:pPr lvl="0"/>
            <a:r>
              <a:rPr lang="en-US"/>
              <a:t>Chapter</a:t>
            </a:r>
          </a:p>
          <a:p>
            <a:pPr lvl="0"/>
            <a:r>
              <a:rPr lang="en-US"/>
              <a:t>Chapter</a:t>
            </a:r>
          </a:p>
          <a:p>
            <a:pPr lvl="0"/>
            <a:r>
              <a:rPr lang="en-US"/>
              <a:t>Chapter</a:t>
            </a:r>
          </a:p>
          <a:p>
            <a:pPr lvl="0"/>
            <a:r>
              <a:rPr lang="en-US"/>
              <a:t>Chapter</a:t>
            </a:r>
          </a:p>
        </p:txBody>
      </p:sp>
      <p:sp>
        <p:nvSpPr>
          <p:cNvPr id="7" name="Title Placeholder 1">
            <a:extLst>
              <a:ext uri="{FF2B5EF4-FFF2-40B4-BE49-F238E27FC236}">
                <a16:creationId xmlns:a16="http://schemas.microsoft.com/office/drawing/2014/main" id="{2337892B-8722-4084-BE4B-618522AA50BF}"/>
              </a:ext>
            </a:extLst>
          </p:cNvPr>
          <p:cNvSpPr>
            <a:spLocks noGrp="1"/>
          </p:cNvSpPr>
          <p:nvPr>
            <p:ph type="title" hasCustomPrompt="1"/>
          </p:nvPr>
        </p:nvSpPr>
        <p:spPr>
          <a:xfrm>
            <a:off x="228600" y="339006"/>
            <a:ext cx="5410200" cy="393473"/>
          </a:xfrm>
          <a:prstGeom prst="rect">
            <a:avLst/>
          </a:prstGeom>
        </p:spPr>
        <p:txBody>
          <a:bodyPr vert="horz" lIns="0" tIns="0" rIns="0" bIns="0" rtlCol="0" anchor="t">
            <a:noAutofit/>
          </a:bodyPr>
          <a:lstStyle>
            <a:lvl1pPr>
              <a:defRPr b="0" i="0">
                <a:solidFill>
                  <a:srgbClr val="3D3C3C"/>
                </a:solidFill>
                <a:latin typeface="TWK Everett" panose="020B0204000000000000" pitchFamily="34" charset="77"/>
              </a:defRPr>
            </a:lvl1pPr>
          </a:lstStyle>
          <a:p>
            <a:r>
              <a:rPr lang="en-US"/>
              <a:t>Agenda</a:t>
            </a:r>
          </a:p>
        </p:txBody>
      </p:sp>
      <p:pic>
        <p:nvPicPr>
          <p:cNvPr id="2" name="Picture 1">
            <a:extLst>
              <a:ext uri="{FF2B5EF4-FFF2-40B4-BE49-F238E27FC236}">
                <a16:creationId xmlns:a16="http://schemas.microsoft.com/office/drawing/2014/main" id="{69209021-D0EC-94C4-1D15-E51210D0549D}"/>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536810331"/>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or Statment Spruce - Vital K">
    <p:bg>
      <p:bgPr>
        <a:solidFill>
          <a:srgbClr val="29707A"/>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A1DCC84-DA1E-1F44-94A6-435D1A421E9C}"/>
              </a:ext>
            </a:extLst>
          </p:cNvPr>
          <p:cNvPicPr>
            <a:picLocks noChangeAspect="1"/>
          </p:cNvPicPr>
          <p:nvPr userDrawn="1"/>
        </p:nvPicPr>
        <p:blipFill rotWithShape="1">
          <a:blip r:embed="rId2"/>
          <a:srcRect l="43139" t="44975"/>
          <a:stretch/>
        </p:blipFill>
        <p:spPr>
          <a:xfrm>
            <a:off x="9515690" y="3161495"/>
            <a:ext cx="2456145" cy="3216628"/>
          </a:xfrm>
          <a:prstGeom prst="rect">
            <a:avLst/>
          </a:prstGeom>
        </p:spPr>
      </p:pic>
      <p:pic>
        <p:nvPicPr>
          <p:cNvPr id="9" name="Picture 8">
            <a:extLst>
              <a:ext uri="{FF2B5EF4-FFF2-40B4-BE49-F238E27FC236}">
                <a16:creationId xmlns:a16="http://schemas.microsoft.com/office/drawing/2014/main" id="{EC813B77-D11D-9F4C-B80E-BB2CEC44BAAB}"/>
              </a:ext>
            </a:extLst>
          </p:cNvPr>
          <p:cNvPicPr>
            <a:picLocks noChangeAspect="1"/>
          </p:cNvPicPr>
          <p:nvPr userDrawn="1"/>
        </p:nvPicPr>
        <p:blipFill rotWithShape="1">
          <a:blip r:embed="rId2"/>
          <a:srcRect r="48095" b="46156"/>
          <a:stretch/>
        </p:blipFill>
        <p:spPr>
          <a:xfrm>
            <a:off x="7643813" y="354710"/>
            <a:ext cx="2242059" cy="3147616"/>
          </a:xfrm>
          <a:prstGeom prst="rect">
            <a:avLst/>
          </a:prstGeom>
        </p:spPr>
      </p:pic>
      <p:sp>
        <p:nvSpPr>
          <p:cNvPr id="11" name="Text Placeholder 4">
            <a:extLst>
              <a:ext uri="{FF2B5EF4-FFF2-40B4-BE49-F238E27FC236}">
                <a16:creationId xmlns:a16="http://schemas.microsoft.com/office/drawing/2014/main" id="{3321FF5E-55C3-B24F-AE4E-C8C47F0B7A7C}"/>
              </a:ext>
            </a:extLst>
          </p:cNvPr>
          <p:cNvSpPr>
            <a:spLocks noGrp="1"/>
          </p:cNvSpPr>
          <p:nvPr>
            <p:ph type="body" sz="quarter" idx="23" hasCustomPrompt="1"/>
          </p:nvPr>
        </p:nvSpPr>
        <p:spPr>
          <a:xfrm>
            <a:off x="192590" y="145569"/>
            <a:ext cx="7019925" cy="4605480"/>
          </a:xfrm>
          <a:prstGeom prst="rect">
            <a:avLst/>
          </a:prstGeom>
        </p:spPr>
        <p:txBody>
          <a:bodyPr lIns="0" tIns="0" rIns="0" bIns="0" anchor="t">
            <a:noAutofit/>
          </a:bodyPr>
          <a:lstStyle>
            <a:lvl1pPr marL="0" indent="0">
              <a:lnSpc>
                <a:spcPct val="100000"/>
              </a:lnSpc>
              <a:buNone/>
              <a:defRPr sz="7200" b="0" i="0">
                <a:solidFill>
                  <a:schemeClr val="bg1"/>
                </a:solidFill>
                <a:latin typeface="TWK Everett" panose="020B0204000000000000" pitchFamily="34" charset="77"/>
              </a:defRPr>
            </a:lvl1pPr>
          </a:lstStyle>
          <a:p>
            <a:pPr lvl="0"/>
            <a:r>
              <a:rPr lang="en-US"/>
              <a:t>Quote or statement</a:t>
            </a:r>
          </a:p>
        </p:txBody>
      </p:sp>
      <p:sp>
        <p:nvSpPr>
          <p:cNvPr id="7" name="Slide Number Placeholder 5">
            <a:extLst>
              <a:ext uri="{FF2B5EF4-FFF2-40B4-BE49-F238E27FC236}">
                <a16:creationId xmlns:a16="http://schemas.microsoft.com/office/drawing/2014/main" id="{84894447-9EDE-8844-9EA6-97492F983072}"/>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bg1"/>
                </a:solidFill>
                <a:latin typeface="TWK Everett" panose="020B0204000000000000" pitchFamily="34" charset="77"/>
              </a:defRPr>
            </a:lvl1pPr>
          </a:lstStyle>
          <a:p>
            <a:fld id="{BB55D76A-9B6E-CD41-ABBE-F6C938295BAD}" type="slidenum">
              <a:rPr lang="en-US" smtClean="0"/>
              <a:pPr/>
              <a:t>‹#›</a:t>
            </a:fld>
            <a:endParaRPr lang="en-US"/>
          </a:p>
        </p:txBody>
      </p:sp>
      <p:pic>
        <p:nvPicPr>
          <p:cNvPr id="2" name="Picture 1">
            <a:extLst>
              <a:ext uri="{FF2B5EF4-FFF2-40B4-BE49-F238E27FC236}">
                <a16:creationId xmlns:a16="http://schemas.microsoft.com/office/drawing/2014/main" id="{9D93CDD1-9D4A-3A59-6005-8B955111DB36}"/>
              </a:ext>
            </a:extLst>
          </p:cNvPr>
          <p:cNvPicPr>
            <a:picLocks noChangeAspect="1"/>
          </p:cNvPicPr>
          <p:nvPr userDrawn="1"/>
        </p:nvPicPr>
        <p:blipFill>
          <a:blip r:embed="rId3"/>
          <a:stretch>
            <a:fillRect/>
          </a:stretch>
        </p:blipFill>
        <p:spPr>
          <a:xfrm>
            <a:off x="233401" y="6344685"/>
            <a:ext cx="723467" cy="227941"/>
          </a:xfrm>
          <a:prstGeom prst="rect">
            <a:avLst/>
          </a:prstGeom>
        </p:spPr>
      </p:pic>
    </p:spTree>
    <p:extLst>
      <p:ext uri="{BB962C8B-B14F-4D97-AF65-F5344CB8AC3E}">
        <p14:creationId xmlns:p14="http://schemas.microsoft.com/office/powerpoint/2010/main" val="467068265"/>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or Statment - Warm Red -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4395F-3F20-C24B-919A-8D414FBD263F}"/>
              </a:ext>
            </a:extLst>
          </p:cNvPr>
          <p:cNvSpPr>
            <a:spLocks noGrp="1"/>
          </p:cNvSpPr>
          <p:nvPr>
            <p:ph type="pic" sz="quarter" idx="24" hasCustomPrompt="1"/>
          </p:nvPr>
        </p:nvSpPr>
        <p:spPr>
          <a:xfrm>
            <a:off x="6096000" y="0"/>
            <a:ext cx="6096000" cy="6858000"/>
          </a:xfrm>
        </p:spPr>
        <p:txBody>
          <a:bodyPr anchor="ctr"/>
          <a:lstStyle>
            <a:lvl1pPr marL="0" indent="0" algn="ctr">
              <a:buNone/>
              <a:defRPr>
                <a:solidFill>
                  <a:schemeClr val="bg1"/>
                </a:solidFill>
              </a:defRPr>
            </a:lvl1pPr>
          </a:lstStyle>
          <a:p>
            <a:r>
              <a:rPr lang="en-US"/>
              <a:t>ADD PHOTO HERE</a:t>
            </a:r>
          </a:p>
        </p:txBody>
      </p:sp>
      <p:sp>
        <p:nvSpPr>
          <p:cNvPr id="11" name="Text Placeholder 4">
            <a:extLst>
              <a:ext uri="{FF2B5EF4-FFF2-40B4-BE49-F238E27FC236}">
                <a16:creationId xmlns:a16="http://schemas.microsoft.com/office/drawing/2014/main" id="{3321FF5E-55C3-B24F-AE4E-C8C47F0B7A7C}"/>
              </a:ext>
            </a:extLst>
          </p:cNvPr>
          <p:cNvSpPr>
            <a:spLocks noGrp="1"/>
          </p:cNvSpPr>
          <p:nvPr>
            <p:ph type="body" sz="quarter" idx="23" hasCustomPrompt="1"/>
          </p:nvPr>
        </p:nvSpPr>
        <p:spPr>
          <a:xfrm>
            <a:off x="211736" y="287072"/>
            <a:ext cx="5424477" cy="4931931"/>
          </a:xfrm>
          <a:prstGeom prst="rect">
            <a:avLst/>
          </a:prstGeom>
        </p:spPr>
        <p:txBody>
          <a:bodyPr lIns="0" tIns="0" rIns="0" bIns="0" anchor="t">
            <a:noAutofit/>
          </a:bodyPr>
          <a:lstStyle>
            <a:lvl1pPr marL="0" indent="0">
              <a:lnSpc>
                <a:spcPct val="100000"/>
              </a:lnSpc>
              <a:buNone/>
              <a:defRPr sz="3200" b="0" i="0">
                <a:solidFill>
                  <a:schemeClr val="bg1"/>
                </a:solidFill>
                <a:latin typeface="TWK Everett" panose="020B0204000000000000" pitchFamily="34" charset="77"/>
              </a:defRPr>
            </a:lvl1pPr>
          </a:lstStyle>
          <a:p>
            <a:pPr lvl="0"/>
            <a:r>
              <a:rPr lang="en-US"/>
              <a:t>Quote or statement</a:t>
            </a:r>
          </a:p>
        </p:txBody>
      </p:sp>
      <p:sp>
        <p:nvSpPr>
          <p:cNvPr id="7" name="Slide Number Placeholder 5">
            <a:extLst>
              <a:ext uri="{FF2B5EF4-FFF2-40B4-BE49-F238E27FC236}">
                <a16:creationId xmlns:a16="http://schemas.microsoft.com/office/drawing/2014/main" id="{84894447-9EDE-8844-9EA6-97492F983072}"/>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bg1"/>
                </a:solidFill>
                <a:latin typeface="TWK Everett" panose="020B0204000000000000" pitchFamily="34" charset="77"/>
              </a:defRPr>
            </a:lvl1pPr>
          </a:lstStyle>
          <a:p>
            <a:fld id="{BB55D76A-9B6E-CD41-ABBE-F6C938295BAD}" type="slidenum">
              <a:rPr lang="en-US" smtClean="0"/>
              <a:pPr/>
              <a:t>‹#›</a:t>
            </a:fld>
            <a:endParaRPr lang="en-US"/>
          </a:p>
        </p:txBody>
      </p:sp>
      <p:pic>
        <p:nvPicPr>
          <p:cNvPr id="2" name="Picture 1">
            <a:extLst>
              <a:ext uri="{FF2B5EF4-FFF2-40B4-BE49-F238E27FC236}">
                <a16:creationId xmlns:a16="http://schemas.microsoft.com/office/drawing/2014/main" id="{B8967B83-B4A1-EAC4-81F9-10CC185DA128}"/>
              </a:ext>
            </a:extLst>
          </p:cNvPr>
          <p:cNvPicPr>
            <a:picLocks noChangeAspect="1"/>
          </p:cNvPicPr>
          <p:nvPr userDrawn="1"/>
        </p:nvPicPr>
        <p:blipFill>
          <a:blip r:embed="rId2"/>
          <a:stretch>
            <a:fillRect/>
          </a:stretch>
        </p:blipFill>
        <p:spPr>
          <a:xfrm>
            <a:off x="233401" y="6344685"/>
            <a:ext cx="723467" cy="227941"/>
          </a:xfrm>
          <a:prstGeom prst="rect">
            <a:avLst/>
          </a:prstGeom>
        </p:spPr>
      </p:pic>
    </p:spTree>
    <p:extLst>
      <p:ext uri="{BB962C8B-B14F-4D97-AF65-F5344CB8AC3E}">
        <p14:creationId xmlns:p14="http://schemas.microsoft.com/office/powerpoint/2010/main" val="351162547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 Bio &amp; Headsho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A14206-8F94-F74F-9E18-B76A2B17131F}"/>
              </a:ext>
            </a:extLst>
          </p:cNvPr>
          <p:cNvSpPr>
            <a:spLocks noGrp="1"/>
          </p:cNvSpPr>
          <p:nvPr>
            <p:ph idx="1" hasCustomPrompt="1"/>
          </p:nvPr>
        </p:nvSpPr>
        <p:spPr>
          <a:xfrm>
            <a:off x="3276600" y="1714500"/>
            <a:ext cx="8343900" cy="2552700"/>
          </a:xfrm>
          <a:prstGeom prst="rect">
            <a:avLst/>
          </a:prstGeom>
        </p:spPr>
        <p:txBody>
          <a:bodyPr lIns="0" tIns="0" rIns="0" bIns="0">
            <a:noAutofit/>
          </a:bodyPr>
          <a:lstStyle>
            <a:lvl1pPr marL="0" indent="0">
              <a:buNone/>
              <a:defRPr sz="4400" b="0" i="0">
                <a:solidFill>
                  <a:srgbClr val="3D3C3C"/>
                </a:solidFill>
                <a:latin typeface="TWK Everett" panose="020B0204000000000000" pitchFamily="34" charset="77"/>
              </a:defRPr>
            </a:lvl1pPr>
          </a:lstStyle>
          <a:p>
            <a:pPr lvl="0"/>
            <a:r>
              <a:rPr lang="en-US"/>
              <a:t>Add quote here</a:t>
            </a:r>
          </a:p>
        </p:txBody>
      </p:sp>
      <p:sp>
        <p:nvSpPr>
          <p:cNvPr id="15" name="Text Placeholder 14">
            <a:extLst>
              <a:ext uri="{FF2B5EF4-FFF2-40B4-BE49-F238E27FC236}">
                <a16:creationId xmlns:a16="http://schemas.microsoft.com/office/drawing/2014/main" id="{2138F432-5BED-3F4B-8ED4-8EEB958CBFFD}"/>
              </a:ext>
            </a:extLst>
          </p:cNvPr>
          <p:cNvSpPr>
            <a:spLocks noGrp="1"/>
          </p:cNvSpPr>
          <p:nvPr>
            <p:ph type="body" sz="quarter" idx="13" hasCustomPrompt="1"/>
          </p:nvPr>
        </p:nvSpPr>
        <p:spPr>
          <a:xfrm>
            <a:off x="3276600" y="4986748"/>
            <a:ext cx="2933698" cy="328612"/>
          </a:xfrm>
          <a:prstGeom prst="rect">
            <a:avLst/>
          </a:prstGeom>
        </p:spPr>
        <p:txBody>
          <a:bodyPr lIns="0" tIns="0" rIns="0" bIns="0">
            <a:noAutofit/>
          </a:bodyPr>
          <a:lstStyle>
            <a:lvl1pPr marL="0" indent="0">
              <a:buNone/>
              <a:defRPr sz="1600" b="0" i="0">
                <a:solidFill>
                  <a:srgbClr val="3D3C3C"/>
                </a:solidFill>
                <a:latin typeface="TWK Everett" panose="020B0204000000000000" pitchFamily="34" charset="77"/>
              </a:defRPr>
            </a:lvl1pPr>
          </a:lstStyle>
          <a:p>
            <a:pPr lvl="0"/>
            <a:r>
              <a:rPr lang="en-US"/>
              <a:t>Name Last</a:t>
            </a:r>
          </a:p>
        </p:txBody>
      </p:sp>
      <p:sp>
        <p:nvSpPr>
          <p:cNvPr id="18" name="Picture Placeholder 17">
            <a:extLst>
              <a:ext uri="{FF2B5EF4-FFF2-40B4-BE49-F238E27FC236}">
                <a16:creationId xmlns:a16="http://schemas.microsoft.com/office/drawing/2014/main" id="{97A6693A-13CB-8F4A-906F-849570EEA7A2}"/>
              </a:ext>
            </a:extLst>
          </p:cNvPr>
          <p:cNvSpPr>
            <a:spLocks noGrp="1"/>
          </p:cNvSpPr>
          <p:nvPr>
            <p:ph type="pic" sz="quarter" idx="14"/>
          </p:nvPr>
        </p:nvSpPr>
        <p:spPr>
          <a:xfrm>
            <a:off x="228600" y="1714499"/>
            <a:ext cx="2590800" cy="2552701"/>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Click icon to add picture</a:t>
            </a:r>
          </a:p>
        </p:txBody>
      </p:sp>
      <p:sp>
        <p:nvSpPr>
          <p:cNvPr id="10" name="Slide Number Placeholder 5">
            <a:extLst>
              <a:ext uri="{FF2B5EF4-FFF2-40B4-BE49-F238E27FC236}">
                <a16:creationId xmlns:a16="http://schemas.microsoft.com/office/drawing/2014/main" id="{42B41FB8-9A6B-504A-99EB-068E8A2DF044}"/>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3" name="Title 1">
            <a:extLst>
              <a:ext uri="{FF2B5EF4-FFF2-40B4-BE49-F238E27FC236}">
                <a16:creationId xmlns:a16="http://schemas.microsoft.com/office/drawing/2014/main" id="{AF34D7E2-E0D9-6E49-AB65-D1B044884963}"/>
              </a:ext>
            </a:extLst>
          </p:cNvPr>
          <p:cNvSpPr>
            <a:spLocks noGrp="1"/>
          </p:cNvSpPr>
          <p:nvPr>
            <p:ph type="title" hasCustomPrompt="1"/>
          </p:nvPr>
        </p:nvSpPr>
        <p:spPr>
          <a:xfrm>
            <a:off x="228599" y="293125"/>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14" name="Text Placeholder 57">
            <a:extLst>
              <a:ext uri="{FF2B5EF4-FFF2-40B4-BE49-F238E27FC236}">
                <a16:creationId xmlns:a16="http://schemas.microsoft.com/office/drawing/2014/main" id="{006231EF-8E10-424C-A594-67CA70BB1789}"/>
              </a:ext>
            </a:extLst>
          </p:cNvPr>
          <p:cNvSpPr>
            <a:spLocks noGrp="1"/>
          </p:cNvSpPr>
          <p:nvPr>
            <p:ph type="body" sz="quarter" idx="27"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1D9D4A78-BF3E-FE22-6CF0-9EB05EE2BE94}"/>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71621753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AB9055CB-6CA5-2D49-B09E-1EA176EAB536}"/>
              </a:ext>
            </a:extLst>
          </p:cNvPr>
          <p:cNvSpPr>
            <a:spLocks noGrp="1"/>
          </p:cNvSpPr>
          <p:nvPr>
            <p:ph type="body" sz="quarter" idx="26" hasCustomPrompt="1"/>
          </p:nvPr>
        </p:nvSpPr>
        <p:spPr>
          <a:xfrm>
            <a:off x="224040" y="1877234"/>
            <a:ext cx="8919959" cy="3519811"/>
          </a:xfrm>
          <a:prstGeom prst="rect">
            <a:avLst/>
          </a:prstGeom>
        </p:spPr>
        <p:txBody>
          <a:bodyPr lIns="0" tIns="0" rIns="0" bIns="0">
            <a:noAutofit/>
          </a:bodyPr>
          <a:lstStyle>
            <a:lvl1pPr marL="0" indent="0">
              <a:lnSpc>
                <a:spcPct val="100000"/>
              </a:lnSpc>
              <a:buNone/>
              <a:defRPr sz="3200" b="0" i="0">
                <a:solidFill>
                  <a:srgbClr val="3D3C3C"/>
                </a:solidFill>
                <a:latin typeface="TWK Everett" panose="020B0204000000000000" pitchFamily="34" charset="77"/>
                <a:cs typeface="Arial" panose="020B0604020202020204" pitchFamily="34" charset="0"/>
              </a:defRPr>
            </a:lvl1pPr>
            <a:lvl2pPr marL="457200" indent="0">
              <a:buNone/>
              <a:defRPr sz="1600">
                <a:solidFill>
                  <a:schemeClr val="tx2"/>
                </a:solidFill>
                <a:latin typeface="TWK Everett" panose="020B0204000000000000" pitchFamily="34" charset="77"/>
                <a:cs typeface="Arial" panose="020B0604020202020204" pitchFamily="34" charset="0"/>
              </a:defRPr>
            </a:lvl2pPr>
            <a:lvl3pPr marL="914400" indent="0">
              <a:buNone/>
              <a:defRPr sz="1400">
                <a:solidFill>
                  <a:schemeClr val="tx2"/>
                </a:solidFill>
                <a:latin typeface="TWK Everett" panose="020B0204000000000000" pitchFamily="34" charset="77"/>
                <a:cs typeface="Arial" panose="020B0604020202020204" pitchFamily="34" charset="0"/>
              </a:defRPr>
            </a:lvl3pPr>
            <a:lvl4pPr marL="1371600" indent="0">
              <a:buNone/>
              <a:defRPr sz="1200">
                <a:solidFill>
                  <a:schemeClr val="tx2"/>
                </a:solidFill>
                <a:latin typeface="TWK Everett" panose="020B0204000000000000" pitchFamily="34" charset="77"/>
                <a:cs typeface="Arial" panose="020B0604020202020204" pitchFamily="34" charset="0"/>
              </a:defRPr>
            </a:lvl4pPr>
            <a:lvl5pPr marL="1828800" indent="0">
              <a:buNone/>
              <a:defRPr sz="1200">
                <a:solidFill>
                  <a:schemeClr val="tx2"/>
                </a:solidFill>
                <a:latin typeface="TWK Everett" panose="020B0204000000000000" pitchFamily="34" charset="77"/>
                <a:cs typeface="Arial" panose="020B0604020202020204" pitchFamily="34" charset="0"/>
              </a:defRPr>
            </a:lvl5pPr>
          </a:lstStyle>
          <a:p>
            <a:pPr lvl="0"/>
            <a:r>
              <a:rPr lang="en-US"/>
              <a:t>Add body text here</a:t>
            </a:r>
          </a:p>
        </p:txBody>
      </p:sp>
      <p:sp>
        <p:nvSpPr>
          <p:cNvPr id="7" name="Text Placeholder 11">
            <a:extLst>
              <a:ext uri="{FF2B5EF4-FFF2-40B4-BE49-F238E27FC236}">
                <a16:creationId xmlns:a16="http://schemas.microsoft.com/office/drawing/2014/main" id="{EF1E4B41-BB92-7648-895C-DEDFFB103A50}"/>
              </a:ext>
            </a:extLst>
          </p:cNvPr>
          <p:cNvSpPr>
            <a:spLocks noGrp="1"/>
          </p:cNvSpPr>
          <p:nvPr>
            <p:ph type="body" sz="quarter" idx="19" hasCustomPrompt="1"/>
          </p:nvPr>
        </p:nvSpPr>
        <p:spPr>
          <a:xfrm>
            <a:off x="228600" y="1547793"/>
            <a:ext cx="8915400" cy="269093"/>
          </a:xfrm>
          <a:prstGeom prst="rect">
            <a:avLst/>
          </a:prstGeom>
        </p:spPr>
        <p:txBody>
          <a:bodyPr lIns="0" tIns="0" rIns="0" bIns="0">
            <a:noAutofit/>
          </a:bodyPr>
          <a:lstStyle>
            <a:lvl1pPr marL="0" indent="0" algn="l">
              <a:lnSpc>
                <a:spcPct val="100000"/>
              </a:lnSpc>
              <a:buNone/>
              <a:defRPr sz="1400" b="1" i="0" spc="0">
                <a:solidFill>
                  <a:srgbClr val="FF462D"/>
                </a:solidFill>
                <a:latin typeface="TWK Everett" panose="020B0204000000000000" pitchFamily="34"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endParaRPr lang="en-MX"/>
          </a:p>
        </p:txBody>
      </p:sp>
      <p:sp>
        <p:nvSpPr>
          <p:cNvPr id="12" name="Slide Number Placeholder 5">
            <a:extLst>
              <a:ext uri="{FF2B5EF4-FFF2-40B4-BE49-F238E27FC236}">
                <a16:creationId xmlns:a16="http://schemas.microsoft.com/office/drawing/2014/main" id="{FF83831B-2B67-404C-B3E8-D5CB13190CA4}"/>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5" name="Title 1">
            <a:extLst>
              <a:ext uri="{FF2B5EF4-FFF2-40B4-BE49-F238E27FC236}">
                <a16:creationId xmlns:a16="http://schemas.microsoft.com/office/drawing/2014/main" id="{18062FC2-ABE4-C34F-8AFD-7A1011E7D3B3}"/>
              </a:ext>
            </a:extLst>
          </p:cNvPr>
          <p:cNvSpPr>
            <a:spLocks noGrp="1"/>
          </p:cNvSpPr>
          <p:nvPr>
            <p:ph type="title" hasCustomPrompt="1"/>
          </p:nvPr>
        </p:nvSpPr>
        <p:spPr>
          <a:xfrm>
            <a:off x="228599" y="293125"/>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16" name="Text Placeholder 57">
            <a:extLst>
              <a:ext uri="{FF2B5EF4-FFF2-40B4-BE49-F238E27FC236}">
                <a16:creationId xmlns:a16="http://schemas.microsoft.com/office/drawing/2014/main" id="{289E4EDC-BD74-4448-ADE2-7D000BA8CB74}"/>
              </a:ext>
            </a:extLst>
          </p:cNvPr>
          <p:cNvSpPr>
            <a:spLocks noGrp="1"/>
          </p:cNvSpPr>
          <p:nvPr>
            <p:ph type="body" sz="quarter" idx="27"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79B562F7-EB7C-D492-782B-53D6ED0E8687}"/>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29106509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B332EC71-5381-9148-8B96-169025544174}"/>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6" name="Title 1">
            <a:extLst>
              <a:ext uri="{FF2B5EF4-FFF2-40B4-BE49-F238E27FC236}">
                <a16:creationId xmlns:a16="http://schemas.microsoft.com/office/drawing/2014/main" id="{D8ABD51D-894D-544C-B7DD-8BE9E145D2F8}"/>
              </a:ext>
            </a:extLst>
          </p:cNvPr>
          <p:cNvSpPr>
            <a:spLocks noGrp="1"/>
          </p:cNvSpPr>
          <p:nvPr>
            <p:ph type="title" hasCustomPrompt="1"/>
          </p:nvPr>
        </p:nvSpPr>
        <p:spPr>
          <a:xfrm>
            <a:off x="228599" y="293125"/>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17" name="Text Placeholder 57">
            <a:extLst>
              <a:ext uri="{FF2B5EF4-FFF2-40B4-BE49-F238E27FC236}">
                <a16:creationId xmlns:a16="http://schemas.microsoft.com/office/drawing/2014/main" id="{5542637F-F685-BC43-8125-94FB9084AD66}"/>
              </a:ext>
            </a:extLst>
          </p:cNvPr>
          <p:cNvSpPr>
            <a:spLocks noGrp="1"/>
          </p:cNvSpPr>
          <p:nvPr>
            <p:ph type="body" sz="quarter" idx="28"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19" name="Text Placeholder 2">
            <a:extLst>
              <a:ext uri="{FF2B5EF4-FFF2-40B4-BE49-F238E27FC236}">
                <a16:creationId xmlns:a16="http://schemas.microsoft.com/office/drawing/2014/main" id="{B73BBD54-FD2A-DC49-B88D-D4A899116E2A}"/>
              </a:ext>
            </a:extLst>
          </p:cNvPr>
          <p:cNvSpPr>
            <a:spLocks noGrp="1"/>
          </p:cNvSpPr>
          <p:nvPr>
            <p:ph type="body" sz="quarter" idx="29" hasCustomPrompt="1"/>
          </p:nvPr>
        </p:nvSpPr>
        <p:spPr>
          <a:xfrm>
            <a:off x="228600" y="1714500"/>
            <a:ext cx="5638800" cy="3467100"/>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20" name="Text Placeholder 2">
            <a:extLst>
              <a:ext uri="{FF2B5EF4-FFF2-40B4-BE49-F238E27FC236}">
                <a16:creationId xmlns:a16="http://schemas.microsoft.com/office/drawing/2014/main" id="{C4AD8D1B-3F60-EC44-A487-7E5D890DA5DF}"/>
              </a:ext>
            </a:extLst>
          </p:cNvPr>
          <p:cNvSpPr>
            <a:spLocks noGrp="1"/>
          </p:cNvSpPr>
          <p:nvPr>
            <p:ph type="body" sz="quarter" idx="30" hasCustomPrompt="1"/>
          </p:nvPr>
        </p:nvSpPr>
        <p:spPr>
          <a:xfrm>
            <a:off x="6324599" y="1714500"/>
            <a:ext cx="5638800" cy="3467100"/>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pic>
        <p:nvPicPr>
          <p:cNvPr id="2" name="Picture 1">
            <a:extLst>
              <a:ext uri="{FF2B5EF4-FFF2-40B4-BE49-F238E27FC236}">
                <a16:creationId xmlns:a16="http://schemas.microsoft.com/office/drawing/2014/main" id="{D6153ACC-0310-05A7-1195-61E4CA28BBDC}"/>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228802493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st Colo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7773A52-E036-5040-83AA-48A07139B21E}"/>
              </a:ext>
            </a:extLst>
          </p:cNvPr>
          <p:cNvSpPr/>
          <p:nvPr userDrawn="1"/>
        </p:nvSpPr>
        <p:spPr>
          <a:xfrm>
            <a:off x="6096000" y="0"/>
            <a:ext cx="6095999" cy="6858000"/>
          </a:xfrm>
          <a:prstGeom prst="rect">
            <a:avLst/>
          </a:prstGeom>
          <a:solidFill>
            <a:srgbClr val="E4F4F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MX" b="0" i="0">
              <a:latin typeface="TWK Everett" panose="020B0204000000000000" pitchFamily="34" charset="77"/>
            </a:endParaRPr>
          </a:p>
        </p:txBody>
      </p:sp>
      <p:sp>
        <p:nvSpPr>
          <p:cNvPr id="12" name="Slide Number Placeholder 5">
            <a:extLst>
              <a:ext uri="{FF2B5EF4-FFF2-40B4-BE49-F238E27FC236}">
                <a16:creationId xmlns:a16="http://schemas.microsoft.com/office/drawing/2014/main" id="{909A0609-1D06-D04F-8D52-4E39B9285284}"/>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9" name="Title 1">
            <a:extLst>
              <a:ext uri="{FF2B5EF4-FFF2-40B4-BE49-F238E27FC236}">
                <a16:creationId xmlns:a16="http://schemas.microsoft.com/office/drawing/2014/main" id="{0D36F16E-3725-F848-BDDF-7907B81F7F7D}"/>
              </a:ext>
            </a:extLst>
          </p:cNvPr>
          <p:cNvSpPr>
            <a:spLocks noGrp="1"/>
          </p:cNvSpPr>
          <p:nvPr>
            <p:ph type="title" hasCustomPrompt="1"/>
          </p:nvPr>
        </p:nvSpPr>
        <p:spPr>
          <a:xfrm>
            <a:off x="228599" y="293125"/>
            <a:ext cx="56388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21" name="Text Placeholder 57">
            <a:extLst>
              <a:ext uri="{FF2B5EF4-FFF2-40B4-BE49-F238E27FC236}">
                <a16:creationId xmlns:a16="http://schemas.microsoft.com/office/drawing/2014/main" id="{96C633BB-2E79-974A-87F1-594562487DF7}"/>
              </a:ext>
            </a:extLst>
          </p:cNvPr>
          <p:cNvSpPr>
            <a:spLocks noGrp="1"/>
          </p:cNvSpPr>
          <p:nvPr>
            <p:ph type="body" sz="quarter" idx="27" hasCustomPrompt="1"/>
          </p:nvPr>
        </p:nvSpPr>
        <p:spPr>
          <a:xfrm>
            <a:off x="228600" y="712673"/>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2" name="Text Placeholder 2">
            <a:extLst>
              <a:ext uri="{FF2B5EF4-FFF2-40B4-BE49-F238E27FC236}">
                <a16:creationId xmlns:a16="http://schemas.microsoft.com/office/drawing/2014/main" id="{F33B21BD-65B1-BA47-A141-F8C12A42C73A}"/>
              </a:ext>
            </a:extLst>
          </p:cNvPr>
          <p:cNvSpPr>
            <a:spLocks noGrp="1"/>
          </p:cNvSpPr>
          <p:nvPr>
            <p:ph type="body" sz="quarter" idx="29" hasCustomPrompt="1"/>
          </p:nvPr>
        </p:nvSpPr>
        <p:spPr>
          <a:xfrm>
            <a:off x="228600" y="1528763"/>
            <a:ext cx="5638800" cy="3652837"/>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24" name="Text Placeholder 2">
            <a:extLst>
              <a:ext uri="{FF2B5EF4-FFF2-40B4-BE49-F238E27FC236}">
                <a16:creationId xmlns:a16="http://schemas.microsoft.com/office/drawing/2014/main" id="{38F5560B-4933-DB43-8C17-077668E24EF2}"/>
              </a:ext>
            </a:extLst>
          </p:cNvPr>
          <p:cNvSpPr>
            <a:spLocks noGrp="1"/>
          </p:cNvSpPr>
          <p:nvPr>
            <p:ph type="body" sz="quarter" idx="30" hasCustomPrompt="1"/>
          </p:nvPr>
        </p:nvSpPr>
        <p:spPr>
          <a:xfrm>
            <a:off x="6324599" y="1528763"/>
            <a:ext cx="5638800" cy="3652837"/>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11" name="Text Placeholder 57">
            <a:extLst>
              <a:ext uri="{FF2B5EF4-FFF2-40B4-BE49-F238E27FC236}">
                <a16:creationId xmlns:a16="http://schemas.microsoft.com/office/drawing/2014/main" id="{C39711F2-9070-F843-A056-A93C6BB0D393}"/>
              </a:ext>
            </a:extLst>
          </p:cNvPr>
          <p:cNvSpPr>
            <a:spLocks noGrp="1"/>
          </p:cNvSpPr>
          <p:nvPr>
            <p:ph type="body" sz="quarter" idx="31" hasCustomPrompt="1"/>
          </p:nvPr>
        </p:nvSpPr>
        <p:spPr>
          <a:xfrm>
            <a:off x="6324601" y="712673"/>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3" name="Text Placeholder 2">
            <a:extLst>
              <a:ext uri="{FF2B5EF4-FFF2-40B4-BE49-F238E27FC236}">
                <a16:creationId xmlns:a16="http://schemas.microsoft.com/office/drawing/2014/main" id="{AFD5663B-43AB-DD96-F6E3-CF91231D1ED4}"/>
              </a:ext>
            </a:extLst>
          </p:cNvPr>
          <p:cNvSpPr>
            <a:spLocks noGrp="1"/>
          </p:cNvSpPr>
          <p:nvPr>
            <p:ph type="body" sz="quarter" idx="32" hasCustomPrompt="1"/>
          </p:nvPr>
        </p:nvSpPr>
        <p:spPr>
          <a:xfrm>
            <a:off x="6324600" y="293125"/>
            <a:ext cx="5638800" cy="254000"/>
          </a:xfrm>
        </p:spPr>
        <p:txBody>
          <a:bodyPr wrap="none"/>
          <a:lstStyle>
            <a:lvl1pPr marL="0" indent="0" algn="l" defTabSz="914400" rtl="0" eaLnBrk="1" latinLnBrk="0" hangingPunct="1">
              <a:lnSpc>
                <a:spcPct val="100000"/>
              </a:lnSpc>
              <a:spcBef>
                <a:spcPct val="0"/>
              </a:spcBef>
              <a:buNone/>
              <a:defRPr lang="en-US" sz="2400" b="0" i="0" kern="1200" dirty="0">
                <a:solidFill>
                  <a:schemeClr val="accent1"/>
                </a:solidFill>
                <a:latin typeface="TWK Everett" panose="020B0204000000000000" pitchFamily="34" charset="77"/>
                <a:ea typeface="TWK Everett" panose="020B0204000000000000" pitchFamily="34" charset="77"/>
                <a:cs typeface="TWK Everett" panose="020B0204000000000000" pitchFamily="34" charset="77"/>
              </a:defRPr>
            </a:lvl1pPr>
          </a:lstStyle>
          <a:p>
            <a:pPr lvl="0"/>
            <a:r>
              <a:rPr lang="en-US"/>
              <a:t>Add heading here</a:t>
            </a:r>
          </a:p>
        </p:txBody>
      </p:sp>
      <p:pic>
        <p:nvPicPr>
          <p:cNvPr id="2" name="Picture 1">
            <a:extLst>
              <a:ext uri="{FF2B5EF4-FFF2-40B4-BE49-F238E27FC236}">
                <a16:creationId xmlns:a16="http://schemas.microsoft.com/office/drawing/2014/main" id="{328542E3-AE84-313D-144A-6C57CDE66B43}"/>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16584374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st Color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7773A52-E036-5040-83AA-48A07139B21E}"/>
              </a:ext>
            </a:extLst>
          </p:cNvPr>
          <p:cNvSpPr/>
          <p:nvPr userDrawn="1"/>
        </p:nvSpPr>
        <p:spPr>
          <a:xfrm>
            <a:off x="6096000" y="0"/>
            <a:ext cx="6095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MX" b="0" i="0">
              <a:latin typeface="TWK Everett" panose="020B0204000000000000" pitchFamily="34" charset="77"/>
            </a:endParaRPr>
          </a:p>
        </p:txBody>
      </p:sp>
      <p:sp>
        <p:nvSpPr>
          <p:cNvPr id="9" name="Slide Number Placeholder 5">
            <a:extLst>
              <a:ext uri="{FF2B5EF4-FFF2-40B4-BE49-F238E27FC236}">
                <a16:creationId xmlns:a16="http://schemas.microsoft.com/office/drawing/2014/main" id="{7580B8D3-16CF-6342-A5DF-3306CF5ECAF7}"/>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bg1"/>
                </a:solidFill>
                <a:latin typeface="TWK Everett" panose="020B0204000000000000" pitchFamily="34" charset="77"/>
              </a:defRPr>
            </a:lvl1pPr>
          </a:lstStyle>
          <a:p>
            <a:fld id="{BB55D76A-9B6E-CD41-ABBE-F6C938295BAD}" type="slidenum">
              <a:rPr lang="en-US" smtClean="0"/>
              <a:pPr/>
              <a:t>‹#›</a:t>
            </a:fld>
            <a:endParaRPr lang="en-US"/>
          </a:p>
        </p:txBody>
      </p:sp>
      <p:sp>
        <p:nvSpPr>
          <p:cNvPr id="20" name="Title 1">
            <a:extLst>
              <a:ext uri="{FF2B5EF4-FFF2-40B4-BE49-F238E27FC236}">
                <a16:creationId xmlns:a16="http://schemas.microsoft.com/office/drawing/2014/main" id="{A9CFCB20-60E1-4B4A-BF88-5B9612F4BE2C}"/>
              </a:ext>
            </a:extLst>
          </p:cNvPr>
          <p:cNvSpPr>
            <a:spLocks noGrp="1"/>
          </p:cNvSpPr>
          <p:nvPr>
            <p:ph type="title" hasCustomPrompt="1"/>
          </p:nvPr>
        </p:nvSpPr>
        <p:spPr>
          <a:xfrm>
            <a:off x="228599" y="293125"/>
            <a:ext cx="56388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22" name="Text Placeholder 2">
            <a:extLst>
              <a:ext uri="{FF2B5EF4-FFF2-40B4-BE49-F238E27FC236}">
                <a16:creationId xmlns:a16="http://schemas.microsoft.com/office/drawing/2014/main" id="{037AC11C-34D5-1245-961A-397EAB59DFBD}"/>
              </a:ext>
            </a:extLst>
          </p:cNvPr>
          <p:cNvSpPr>
            <a:spLocks noGrp="1"/>
          </p:cNvSpPr>
          <p:nvPr>
            <p:ph type="body" sz="quarter" idx="29" hasCustomPrompt="1"/>
          </p:nvPr>
        </p:nvSpPr>
        <p:spPr>
          <a:xfrm>
            <a:off x="228600" y="1528763"/>
            <a:ext cx="5638800" cy="3652837"/>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23" name="Text Placeholder 2">
            <a:extLst>
              <a:ext uri="{FF2B5EF4-FFF2-40B4-BE49-F238E27FC236}">
                <a16:creationId xmlns:a16="http://schemas.microsoft.com/office/drawing/2014/main" id="{A79627F6-2087-4E45-BE52-0BCE13073F2A}"/>
              </a:ext>
            </a:extLst>
          </p:cNvPr>
          <p:cNvSpPr>
            <a:spLocks noGrp="1"/>
          </p:cNvSpPr>
          <p:nvPr>
            <p:ph type="body" sz="quarter" idx="30" hasCustomPrompt="1"/>
          </p:nvPr>
        </p:nvSpPr>
        <p:spPr>
          <a:xfrm>
            <a:off x="6324599" y="1528763"/>
            <a:ext cx="5638800" cy="3652837"/>
          </a:xfrm>
        </p:spPr>
        <p:txBody>
          <a:bodyPr/>
          <a:lstStyle>
            <a:lvl1pPr marL="0" indent="0">
              <a:buClr>
                <a:schemeClr val="bg1"/>
              </a:buClr>
              <a:buFontTx/>
              <a:buNone/>
              <a:defRPr sz="1600">
                <a:solidFill>
                  <a:schemeClr val="bg1"/>
                </a:solidFill>
              </a:defRPr>
            </a:lvl1pPr>
            <a:lvl2pPr marL="288925" indent="0">
              <a:buClr>
                <a:schemeClr val="bg1"/>
              </a:buClr>
              <a:buFontTx/>
              <a:buNone/>
              <a:defRPr sz="1600">
                <a:solidFill>
                  <a:schemeClr val="bg1"/>
                </a:solidFill>
              </a:defRPr>
            </a:lvl2pPr>
            <a:lvl3pPr>
              <a:buClr>
                <a:schemeClr val="bg1"/>
              </a:buClr>
              <a:buFontTx/>
              <a:buNone/>
              <a:defRPr sz="1600">
                <a:solidFill>
                  <a:schemeClr val="bg1"/>
                </a:solidFill>
              </a:defRPr>
            </a:lvl3pPr>
            <a:lvl4pPr marL="741363" indent="0">
              <a:buClr>
                <a:schemeClr val="bg1"/>
              </a:buClr>
              <a:buFontTx/>
              <a:buNone/>
              <a:defRPr sz="1600">
                <a:solidFill>
                  <a:schemeClr val="bg1"/>
                </a:solidFill>
              </a:defRPr>
            </a:lvl4pPr>
            <a:lvl5pPr marL="1042987" indent="0">
              <a:buClr>
                <a:schemeClr val="bg1"/>
              </a:buClr>
              <a:buFontTx/>
              <a:buNone/>
              <a:defRPr sz="16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3" name="Text Placeholder 2">
            <a:extLst>
              <a:ext uri="{FF2B5EF4-FFF2-40B4-BE49-F238E27FC236}">
                <a16:creationId xmlns:a16="http://schemas.microsoft.com/office/drawing/2014/main" id="{72F0F4F8-1ADA-C284-ED16-DC4C79226C59}"/>
              </a:ext>
            </a:extLst>
          </p:cNvPr>
          <p:cNvSpPr>
            <a:spLocks noGrp="1"/>
          </p:cNvSpPr>
          <p:nvPr>
            <p:ph type="body" sz="quarter" idx="31" hasCustomPrompt="1"/>
          </p:nvPr>
        </p:nvSpPr>
        <p:spPr>
          <a:xfrm>
            <a:off x="6324600" y="271464"/>
            <a:ext cx="5638800" cy="385763"/>
          </a:xfrm>
        </p:spPr>
        <p:txBody>
          <a:bodyPr/>
          <a:lstStyle>
            <a:lvl1pPr marL="0" indent="0">
              <a:buFontTx/>
              <a:buNone/>
              <a:defRPr lang="en-US" sz="2400" b="0" i="0" kern="1200" dirty="0">
                <a:solidFill>
                  <a:srgbClr val="FFFFFF"/>
                </a:solidFill>
                <a:latin typeface="TWK Everett" panose="020B0204000000000000" pitchFamily="34" charset="77"/>
                <a:ea typeface="TWK Everett" panose="020B0204000000000000" pitchFamily="34" charset="77"/>
                <a:cs typeface="TWK Everett" panose="020B0204000000000000" pitchFamily="34" charset="77"/>
              </a:defRPr>
            </a:lvl1pPr>
          </a:lstStyle>
          <a:p>
            <a:pPr lvl="0"/>
            <a:r>
              <a:rPr lang="en-US"/>
              <a:t>Add heading here</a:t>
            </a:r>
          </a:p>
        </p:txBody>
      </p:sp>
      <p:pic>
        <p:nvPicPr>
          <p:cNvPr id="2" name="Picture 1">
            <a:extLst>
              <a:ext uri="{FF2B5EF4-FFF2-40B4-BE49-F238E27FC236}">
                <a16:creationId xmlns:a16="http://schemas.microsoft.com/office/drawing/2014/main" id="{8B73E45C-1F74-66EA-E8BA-982D5763173A}"/>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950031631"/>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hart Pull quot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36A460F7-C4DF-1649-A79C-B0036650A821}"/>
              </a:ext>
            </a:extLst>
          </p:cNvPr>
          <p:cNvSpPr>
            <a:spLocks noGrp="1"/>
          </p:cNvSpPr>
          <p:nvPr>
            <p:ph type="body" sz="quarter" idx="37" hasCustomPrompt="1"/>
          </p:nvPr>
        </p:nvSpPr>
        <p:spPr>
          <a:xfrm>
            <a:off x="228600" y="4067939"/>
            <a:ext cx="4343164" cy="1951861"/>
          </a:xfrm>
        </p:spPr>
        <p:txBody>
          <a:bodyPr/>
          <a:lstStyle>
            <a:lvl1pPr marL="0" indent="0">
              <a:buFontTx/>
              <a:buNone/>
              <a:defRPr sz="1600"/>
            </a:lvl1pPr>
            <a:lvl2pPr marL="288925" indent="0">
              <a:buFontTx/>
              <a:buNone/>
              <a:defRPr sz="1600"/>
            </a:lvl2pPr>
            <a:lvl3pPr>
              <a:buFontTx/>
              <a:buNone/>
              <a:defRPr sz="1600"/>
            </a:lvl3pPr>
            <a:lvl4pPr marL="741363" indent="0">
              <a:buFontTx/>
              <a:buNone/>
              <a:defRPr sz="1600"/>
            </a:lvl4pPr>
            <a:lvl5pPr marL="1042987" indent="0">
              <a:buFontTx/>
              <a:buNone/>
              <a:defRPr sz="16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7" name="Rectangle 6">
            <a:extLst>
              <a:ext uri="{FF2B5EF4-FFF2-40B4-BE49-F238E27FC236}">
                <a16:creationId xmlns:a16="http://schemas.microsoft.com/office/drawing/2014/main" id="{27773A52-E036-5040-83AA-48A07139B21E}"/>
              </a:ext>
            </a:extLst>
          </p:cNvPr>
          <p:cNvSpPr/>
          <p:nvPr userDrawn="1"/>
        </p:nvSpPr>
        <p:spPr>
          <a:xfrm>
            <a:off x="6096000" y="0"/>
            <a:ext cx="6095999" cy="6858000"/>
          </a:xfrm>
          <a:prstGeom prst="rect">
            <a:avLst/>
          </a:prstGeom>
          <a:solidFill>
            <a:srgbClr val="3D3C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MX" b="0" i="0">
              <a:latin typeface="TWK Everett" panose="020B0204000000000000" pitchFamily="34" charset="77"/>
            </a:endParaRPr>
          </a:p>
        </p:txBody>
      </p:sp>
      <p:sp>
        <p:nvSpPr>
          <p:cNvPr id="9" name="Slide Number Placeholder 5">
            <a:extLst>
              <a:ext uri="{FF2B5EF4-FFF2-40B4-BE49-F238E27FC236}">
                <a16:creationId xmlns:a16="http://schemas.microsoft.com/office/drawing/2014/main" id="{7580B8D3-16CF-6342-A5DF-3306CF5ECAF7}"/>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bg1"/>
                </a:solidFill>
                <a:latin typeface="TWK Everett" panose="020B0204000000000000" pitchFamily="34" charset="77"/>
              </a:defRPr>
            </a:lvl1pPr>
          </a:lstStyle>
          <a:p>
            <a:fld id="{BB55D76A-9B6E-CD41-ABBE-F6C938295BAD}" type="slidenum">
              <a:rPr lang="en-US" smtClean="0"/>
              <a:pPr/>
              <a:t>‹#›</a:t>
            </a:fld>
            <a:endParaRPr lang="en-US"/>
          </a:p>
        </p:txBody>
      </p:sp>
      <p:sp>
        <p:nvSpPr>
          <p:cNvPr id="20" name="Title 1">
            <a:extLst>
              <a:ext uri="{FF2B5EF4-FFF2-40B4-BE49-F238E27FC236}">
                <a16:creationId xmlns:a16="http://schemas.microsoft.com/office/drawing/2014/main" id="{A9CFCB20-60E1-4B4A-BF88-5B9612F4BE2C}"/>
              </a:ext>
            </a:extLst>
          </p:cNvPr>
          <p:cNvSpPr>
            <a:spLocks noGrp="1"/>
          </p:cNvSpPr>
          <p:nvPr>
            <p:ph type="title" hasCustomPrompt="1"/>
          </p:nvPr>
        </p:nvSpPr>
        <p:spPr>
          <a:xfrm>
            <a:off x="228599" y="293125"/>
            <a:ext cx="56388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21" name="Text Placeholder 57">
            <a:extLst>
              <a:ext uri="{FF2B5EF4-FFF2-40B4-BE49-F238E27FC236}">
                <a16:creationId xmlns:a16="http://schemas.microsoft.com/office/drawing/2014/main" id="{A058DD17-2E23-BC40-A026-8858F9BE5659}"/>
              </a:ext>
            </a:extLst>
          </p:cNvPr>
          <p:cNvSpPr>
            <a:spLocks noGrp="1"/>
          </p:cNvSpPr>
          <p:nvPr>
            <p:ph type="body" sz="quarter" idx="27" hasCustomPrompt="1"/>
          </p:nvPr>
        </p:nvSpPr>
        <p:spPr>
          <a:xfrm>
            <a:off x="228600" y="712673"/>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4" name="Content Placeholder 3">
            <a:extLst>
              <a:ext uri="{FF2B5EF4-FFF2-40B4-BE49-F238E27FC236}">
                <a16:creationId xmlns:a16="http://schemas.microsoft.com/office/drawing/2014/main" id="{58A79913-9831-2C46-96EF-35A1AAFB6AE5}"/>
              </a:ext>
            </a:extLst>
          </p:cNvPr>
          <p:cNvSpPr>
            <a:spLocks noGrp="1"/>
          </p:cNvSpPr>
          <p:nvPr>
            <p:ph sz="quarter" idx="34" hasCustomPrompt="1"/>
          </p:nvPr>
        </p:nvSpPr>
        <p:spPr>
          <a:xfrm>
            <a:off x="7620000" y="876300"/>
            <a:ext cx="3048000" cy="5143500"/>
          </a:xfrm>
        </p:spPr>
        <p:txBody>
          <a:bodyPr/>
          <a:lstStyle>
            <a:lvl1pPr marL="0" indent="0">
              <a:buNone/>
              <a:defRPr>
                <a:solidFill>
                  <a:schemeClr val="bg1"/>
                </a:solidFill>
              </a:defRPr>
            </a:lvl1pPr>
          </a:lstStyle>
          <a:p>
            <a:pPr lvl="0"/>
            <a:r>
              <a:rPr lang="en-US"/>
              <a:t>Add chart here</a:t>
            </a:r>
          </a:p>
        </p:txBody>
      </p:sp>
      <p:sp>
        <p:nvSpPr>
          <p:cNvPr id="10" name="Text Placeholder 9">
            <a:extLst>
              <a:ext uri="{FF2B5EF4-FFF2-40B4-BE49-F238E27FC236}">
                <a16:creationId xmlns:a16="http://schemas.microsoft.com/office/drawing/2014/main" id="{807A97B0-5987-F143-A781-7C143274D885}"/>
              </a:ext>
            </a:extLst>
          </p:cNvPr>
          <p:cNvSpPr>
            <a:spLocks noGrp="1"/>
          </p:cNvSpPr>
          <p:nvPr>
            <p:ph type="body" sz="quarter" idx="35"/>
          </p:nvPr>
        </p:nvSpPr>
        <p:spPr>
          <a:xfrm>
            <a:off x="10851418" y="5052128"/>
            <a:ext cx="1111981" cy="838200"/>
          </a:xfrm>
        </p:spPr>
        <p:txBody>
          <a:bodyPr/>
          <a:lstStyle>
            <a:lvl1pPr>
              <a:buClr>
                <a:schemeClr val="bg1"/>
              </a:buClr>
              <a:defRPr sz="1000">
                <a:solidFill>
                  <a:schemeClr val="bg1"/>
                </a:solidFill>
              </a:defRPr>
            </a:lvl1pPr>
            <a:lvl2pPr>
              <a:buClr>
                <a:schemeClr val="bg1"/>
              </a:buClr>
              <a:defRPr sz="1000">
                <a:solidFill>
                  <a:schemeClr val="bg1"/>
                </a:solidFill>
              </a:defRPr>
            </a:lvl2pPr>
            <a:lvl3pPr>
              <a:buClr>
                <a:schemeClr val="bg1"/>
              </a:buClr>
              <a:defRPr sz="1000">
                <a:solidFill>
                  <a:schemeClr val="bg1"/>
                </a:solidFill>
              </a:defRPr>
            </a:lvl3pPr>
            <a:lvl4pPr>
              <a:buClr>
                <a:schemeClr val="bg1"/>
              </a:buClr>
              <a:defRPr sz="1000">
                <a:solidFill>
                  <a:schemeClr val="bg1"/>
                </a:solidFill>
              </a:defRPr>
            </a:lvl4pPr>
            <a:lvl5pPr>
              <a:buClr>
                <a:schemeClr val="bg1"/>
              </a:buCl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9">
            <a:extLst>
              <a:ext uri="{FF2B5EF4-FFF2-40B4-BE49-F238E27FC236}">
                <a16:creationId xmlns:a16="http://schemas.microsoft.com/office/drawing/2014/main" id="{D3BD8E0E-AB41-0A43-BD41-1C5E50C4C077}"/>
              </a:ext>
            </a:extLst>
          </p:cNvPr>
          <p:cNvSpPr>
            <a:spLocks noGrp="1"/>
          </p:cNvSpPr>
          <p:nvPr>
            <p:ph type="body" sz="quarter" idx="36" hasCustomPrompt="1"/>
          </p:nvPr>
        </p:nvSpPr>
        <p:spPr>
          <a:xfrm>
            <a:off x="10851418" y="4121544"/>
            <a:ext cx="1111981" cy="838200"/>
          </a:xfrm>
        </p:spPr>
        <p:txBody>
          <a:bodyPr/>
          <a:lstStyle>
            <a:lvl1pPr marL="0" indent="0">
              <a:buNone/>
              <a:defRPr sz="4800">
                <a:ln>
                  <a:solidFill>
                    <a:schemeClr val="bg1"/>
                  </a:solidFill>
                </a:ln>
                <a:no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01</a:t>
            </a:r>
          </a:p>
        </p:txBody>
      </p:sp>
      <p:pic>
        <p:nvPicPr>
          <p:cNvPr id="6" name="Picture 5">
            <a:extLst>
              <a:ext uri="{FF2B5EF4-FFF2-40B4-BE49-F238E27FC236}">
                <a16:creationId xmlns:a16="http://schemas.microsoft.com/office/drawing/2014/main" id="{BDCC82D5-F3A8-6149-F73E-A5B2706ECE5E}"/>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95601720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1">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3C9F2814-2A42-8747-86C6-18C297A7962E}"/>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9" name="Title 1">
            <a:extLst>
              <a:ext uri="{FF2B5EF4-FFF2-40B4-BE49-F238E27FC236}">
                <a16:creationId xmlns:a16="http://schemas.microsoft.com/office/drawing/2014/main" id="{F32B6308-FC5C-7F40-92A6-CE736A7B7BAA}"/>
              </a:ext>
            </a:extLst>
          </p:cNvPr>
          <p:cNvSpPr>
            <a:spLocks noGrp="1"/>
          </p:cNvSpPr>
          <p:nvPr>
            <p:ph type="title" hasCustomPrompt="1"/>
          </p:nvPr>
        </p:nvSpPr>
        <p:spPr>
          <a:xfrm>
            <a:off x="228599" y="293125"/>
            <a:ext cx="104394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20" name="Text Placeholder 57">
            <a:extLst>
              <a:ext uri="{FF2B5EF4-FFF2-40B4-BE49-F238E27FC236}">
                <a16:creationId xmlns:a16="http://schemas.microsoft.com/office/drawing/2014/main" id="{35761AD7-5E66-4446-BAD2-3EC71AA2C75B}"/>
              </a:ext>
            </a:extLst>
          </p:cNvPr>
          <p:cNvSpPr>
            <a:spLocks noGrp="1"/>
          </p:cNvSpPr>
          <p:nvPr>
            <p:ph type="body" sz="quarter" idx="31"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1" name="Text Placeholder 2">
            <a:extLst>
              <a:ext uri="{FF2B5EF4-FFF2-40B4-BE49-F238E27FC236}">
                <a16:creationId xmlns:a16="http://schemas.microsoft.com/office/drawing/2014/main" id="{21D09163-64E4-724E-BD9C-63AEC08EB9B9}"/>
              </a:ext>
            </a:extLst>
          </p:cNvPr>
          <p:cNvSpPr>
            <a:spLocks noGrp="1"/>
          </p:cNvSpPr>
          <p:nvPr>
            <p:ph type="body" sz="quarter" idx="29" hasCustomPrompt="1"/>
          </p:nvPr>
        </p:nvSpPr>
        <p:spPr>
          <a:xfrm>
            <a:off x="228600" y="1714500"/>
            <a:ext cx="5638800" cy="3467100"/>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22" name="Text Placeholder 2">
            <a:extLst>
              <a:ext uri="{FF2B5EF4-FFF2-40B4-BE49-F238E27FC236}">
                <a16:creationId xmlns:a16="http://schemas.microsoft.com/office/drawing/2014/main" id="{5181DA9B-DA3F-584E-A9F0-D45472FFF5A5}"/>
              </a:ext>
            </a:extLst>
          </p:cNvPr>
          <p:cNvSpPr>
            <a:spLocks noGrp="1"/>
          </p:cNvSpPr>
          <p:nvPr>
            <p:ph type="body" sz="quarter" idx="30" hasCustomPrompt="1"/>
          </p:nvPr>
        </p:nvSpPr>
        <p:spPr>
          <a:xfrm>
            <a:off x="6324599" y="1714500"/>
            <a:ext cx="2590801" cy="3467100"/>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23" name="Text Placeholder 2">
            <a:extLst>
              <a:ext uri="{FF2B5EF4-FFF2-40B4-BE49-F238E27FC236}">
                <a16:creationId xmlns:a16="http://schemas.microsoft.com/office/drawing/2014/main" id="{B7107E20-457F-884D-971B-B57AD13E53FD}"/>
              </a:ext>
            </a:extLst>
          </p:cNvPr>
          <p:cNvSpPr>
            <a:spLocks noGrp="1"/>
          </p:cNvSpPr>
          <p:nvPr>
            <p:ph type="body" sz="quarter" idx="32" hasCustomPrompt="1"/>
          </p:nvPr>
        </p:nvSpPr>
        <p:spPr>
          <a:xfrm>
            <a:off x="9367205" y="1714500"/>
            <a:ext cx="2590801" cy="3467100"/>
          </a:xfrm>
        </p:spPr>
        <p:txBody>
          <a:bodyPr/>
          <a:lstStyle>
            <a:lvl1pPr marL="0" indent="0">
              <a:buFontTx/>
              <a:buNone/>
              <a:defRPr sz="1600">
                <a:solidFill>
                  <a:srgbClr val="3D3C3C"/>
                </a:solidFill>
              </a:defRPr>
            </a:lvl1pPr>
            <a:lvl2pPr marL="288925" indent="0">
              <a:buFontTx/>
              <a:buNone/>
              <a:defRPr sz="1600">
                <a:solidFill>
                  <a:srgbClr val="3D3C3C"/>
                </a:solidFill>
              </a:defRPr>
            </a:lvl2pPr>
            <a:lvl3pPr>
              <a:buFontTx/>
              <a:buNone/>
              <a:defRPr sz="1600">
                <a:solidFill>
                  <a:srgbClr val="3D3C3C"/>
                </a:solidFill>
              </a:defRPr>
            </a:lvl3pPr>
            <a:lvl4pPr marL="741363" indent="0">
              <a:buFontTx/>
              <a:buNone/>
              <a:defRPr sz="1600">
                <a:solidFill>
                  <a:srgbClr val="3D3C3C"/>
                </a:solidFill>
              </a:defRPr>
            </a:lvl4pPr>
            <a:lvl5pPr marL="1042987" indent="0">
              <a:buFontTx/>
              <a:buNone/>
              <a:defRPr sz="1600">
                <a:solidFill>
                  <a:srgbClr val="3D3C3C"/>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pic>
        <p:nvPicPr>
          <p:cNvPr id="2" name="Picture 1">
            <a:extLst>
              <a:ext uri="{FF2B5EF4-FFF2-40B4-BE49-F238E27FC236}">
                <a16:creationId xmlns:a16="http://schemas.microsoft.com/office/drawing/2014/main" id="{FB5B93D1-27C5-3D23-276E-DD9D9A5FBED6}"/>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242937465"/>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Imag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3156E150-B190-3242-B86B-86E5386A278A}"/>
              </a:ext>
            </a:extLst>
          </p:cNvPr>
          <p:cNvSpPr>
            <a:spLocks noGrp="1"/>
          </p:cNvSpPr>
          <p:nvPr>
            <p:ph type="pic" sz="quarter" idx="35" hasCustomPrompt="1"/>
          </p:nvPr>
        </p:nvSpPr>
        <p:spPr>
          <a:xfrm>
            <a:off x="6096000" y="0"/>
            <a:ext cx="6096000" cy="68580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0" name="Slide Number Placeholder 5">
            <a:extLst>
              <a:ext uri="{FF2B5EF4-FFF2-40B4-BE49-F238E27FC236}">
                <a16:creationId xmlns:a16="http://schemas.microsoft.com/office/drawing/2014/main" id="{8F348682-6A55-C64A-BC2C-2C6CBF7A8361}"/>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9" name="Title 1">
            <a:extLst>
              <a:ext uri="{FF2B5EF4-FFF2-40B4-BE49-F238E27FC236}">
                <a16:creationId xmlns:a16="http://schemas.microsoft.com/office/drawing/2014/main" id="{11B9A1EF-98E6-D542-8F7E-64F6A1355F1A}"/>
              </a:ext>
            </a:extLst>
          </p:cNvPr>
          <p:cNvSpPr>
            <a:spLocks noGrp="1"/>
          </p:cNvSpPr>
          <p:nvPr>
            <p:ph type="title" hasCustomPrompt="1"/>
          </p:nvPr>
        </p:nvSpPr>
        <p:spPr>
          <a:xfrm>
            <a:off x="228599" y="293125"/>
            <a:ext cx="104394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20" name="Text Placeholder 57">
            <a:extLst>
              <a:ext uri="{FF2B5EF4-FFF2-40B4-BE49-F238E27FC236}">
                <a16:creationId xmlns:a16="http://schemas.microsoft.com/office/drawing/2014/main" id="{75790C25-05B8-484B-BC54-308B460F3502}"/>
              </a:ext>
            </a:extLst>
          </p:cNvPr>
          <p:cNvSpPr>
            <a:spLocks noGrp="1"/>
          </p:cNvSpPr>
          <p:nvPr>
            <p:ph type="body" sz="quarter" idx="27"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1" name="Text Placeholder 2">
            <a:extLst>
              <a:ext uri="{FF2B5EF4-FFF2-40B4-BE49-F238E27FC236}">
                <a16:creationId xmlns:a16="http://schemas.microsoft.com/office/drawing/2014/main" id="{BFF9C7AC-01C5-CE4C-9FA4-AFB13B116D06}"/>
              </a:ext>
            </a:extLst>
          </p:cNvPr>
          <p:cNvSpPr>
            <a:spLocks noGrp="1"/>
          </p:cNvSpPr>
          <p:nvPr>
            <p:ph type="body" sz="quarter" idx="30" hasCustomPrompt="1"/>
          </p:nvPr>
        </p:nvSpPr>
        <p:spPr>
          <a:xfrm>
            <a:off x="233993" y="1714500"/>
            <a:ext cx="2590801" cy="3467100"/>
          </a:xfrm>
        </p:spPr>
        <p:txBody>
          <a:bodyPr/>
          <a:lstStyle>
            <a:lvl1pPr marL="0" indent="0">
              <a:buNone/>
              <a:defRPr sz="1600"/>
            </a:lvl1pPr>
            <a:lvl2pPr>
              <a:defRPr sz="1600"/>
            </a:lvl2pPr>
            <a:lvl3pPr>
              <a:defRPr sz="1600"/>
            </a:lvl3pPr>
            <a:lvl4pPr>
              <a:defRPr sz="1600"/>
            </a:lvl4pPr>
            <a:lvl5pPr>
              <a:defRPr sz="16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sp>
        <p:nvSpPr>
          <p:cNvPr id="22" name="Text Placeholder 2">
            <a:extLst>
              <a:ext uri="{FF2B5EF4-FFF2-40B4-BE49-F238E27FC236}">
                <a16:creationId xmlns:a16="http://schemas.microsoft.com/office/drawing/2014/main" id="{AC464372-9BD0-7640-8704-53BEE623297B}"/>
              </a:ext>
            </a:extLst>
          </p:cNvPr>
          <p:cNvSpPr>
            <a:spLocks noGrp="1"/>
          </p:cNvSpPr>
          <p:nvPr>
            <p:ph type="body" sz="quarter" idx="32" hasCustomPrompt="1"/>
          </p:nvPr>
        </p:nvSpPr>
        <p:spPr>
          <a:xfrm>
            <a:off x="3276600" y="1714500"/>
            <a:ext cx="2590800" cy="3467100"/>
          </a:xfrm>
        </p:spPr>
        <p:txBody>
          <a:bodyPr/>
          <a:lstStyle>
            <a:lvl1pPr marL="0" indent="0">
              <a:buFontTx/>
              <a:buNone/>
              <a:defRPr sz="1600"/>
            </a:lvl1pPr>
            <a:lvl2pPr>
              <a:defRPr sz="1600"/>
            </a:lvl2pPr>
            <a:lvl3pPr>
              <a:defRPr sz="1600"/>
            </a:lvl3pPr>
            <a:lvl4pPr>
              <a:defRPr sz="1600"/>
            </a:lvl4pPr>
            <a:lvl5pPr>
              <a:defRPr sz="16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pic>
        <p:nvPicPr>
          <p:cNvPr id="2" name="Picture 1">
            <a:extLst>
              <a:ext uri="{FF2B5EF4-FFF2-40B4-BE49-F238E27FC236}">
                <a16:creationId xmlns:a16="http://schemas.microsoft.com/office/drawing/2014/main" id="{2671DDD4-33BF-F6FC-F522-E29F65781180}"/>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66714293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3 Row Icons">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3156E150-B190-3242-B86B-86E5386A278A}"/>
              </a:ext>
            </a:extLst>
          </p:cNvPr>
          <p:cNvSpPr>
            <a:spLocks noGrp="1"/>
          </p:cNvSpPr>
          <p:nvPr>
            <p:ph type="pic" sz="quarter" idx="35" hasCustomPrompt="1"/>
          </p:nvPr>
        </p:nvSpPr>
        <p:spPr>
          <a:xfrm>
            <a:off x="228600" y="1561995"/>
            <a:ext cx="912720" cy="8763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ICON HERE</a:t>
            </a:r>
          </a:p>
        </p:txBody>
      </p:sp>
      <p:sp>
        <p:nvSpPr>
          <p:cNvPr id="10" name="Slide Number Placeholder 5">
            <a:extLst>
              <a:ext uri="{FF2B5EF4-FFF2-40B4-BE49-F238E27FC236}">
                <a16:creationId xmlns:a16="http://schemas.microsoft.com/office/drawing/2014/main" id="{8F348682-6A55-C64A-BC2C-2C6CBF7A8361}"/>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9" name="Title 1">
            <a:extLst>
              <a:ext uri="{FF2B5EF4-FFF2-40B4-BE49-F238E27FC236}">
                <a16:creationId xmlns:a16="http://schemas.microsoft.com/office/drawing/2014/main" id="{11B9A1EF-98E6-D542-8F7E-64F6A1355F1A}"/>
              </a:ext>
            </a:extLst>
          </p:cNvPr>
          <p:cNvSpPr>
            <a:spLocks noGrp="1"/>
          </p:cNvSpPr>
          <p:nvPr>
            <p:ph type="title" hasCustomPrompt="1"/>
          </p:nvPr>
        </p:nvSpPr>
        <p:spPr>
          <a:xfrm>
            <a:off x="228599" y="293125"/>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20" name="Text Placeholder 57">
            <a:extLst>
              <a:ext uri="{FF2B5EF4-FFF2-40B4-BE49-F238E27FC236}">
                <a16:creationId xmlns:a16="http://schemas.microsoft.com/office/drawing/2014/main" id="{75790C25-05B8-484B-BC54-308B460F3502}"/>
              </a:ext>
            </a:extLst>
          </p:cNvPr>
          <p:cNvSpPr>
            <a:spLocks noGrp="1"/>
          </p:cNvSpPr>
          <p:nvPr>
            <p:ph type="body" sz="quarter" idx="27" hasCustomPrompt="1"/>
          </p:nvPr>
        </p:nvSpPr>
        <p:spPr>
          <a:xfrm>
            <a:off x="228600" y="712673"/>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1" name="Text Placeholder 2">
            <a:extLst>
              <a:ext uri="{FF2B5EF4-FFF2-40B4-BE49-F238E27FC236}">
                <a16:creationId xmlns:a16="http://schemas.microsoft.com/office/drawing/2014/main" id="{BFF9C7AC-01C5-CE4C-9FA4-AFB13B116D06}"/>
              </a:ext>
            </a:extLst>
          </p:cNvPr>
          <p:cNvSpPr>
            <a:spLocks noGrp="1"/>
          </p:cNvSpPr>
          <p:nvPr>
            <p:ph type="body" sz="quarter" idx="30" hasCustomPrompt="1"/>
          </p:nvPr>
        </p:nvSpPr>
        <p:spPr>
          <a:xfrm>
            <a:off x="1213472" y="1564581"/>
            <a:ext cx="2599236" cy="873713"/>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13" name="Picture Placeholder 7">
            <a:extLst>
              <a:ext uri="{FF2B5EF4-FFF2-40B4-BE49-F238E27FC236}">
                <a16:creationId xmlns:a16="http://schemas.microsoft.com/office/drawing/2014/main" id="{9DC01341-B0DA-2B4C-8FC1-7155C4FC0C6D}"/>
              </a:ext>
            </a:extLst>
          </p:cNvPr>
          <p:cNvSpPr>
            <a:spLocks noGrp="1"/>
          </p:cNvSpPr>
          <p:nvPr>
            <p:ph type="pic" sz="quarter" idx="36" hasCustomPrompt="1"/>
          </p:nvPr>
        </p:nvSpPr>
        <p:spPr>
          <a:xfrm>
            <a:off x="4572000" y="1562100"/>
            <a:ext cx="912720" cy="8763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ICON HERE</a:t>
            </a:r>
          </a:p>
        </p:txBody>
      </p:sp>
      <p:sp>
        <p:nvSpPr>
          <p:cNvPr id="15" name="Text Placeholder 2">
            <a:extLst>
              <a:ext uri="{FF2B5EF4-FFF2-40B4-BE49-F238E27FC236}">
                <a16:creationId xmlns:a16="http://schemas.microsoft.com/office/drawing/2014/main" id="{44CD4AD7-AC38-1542-A051-1F97CBFCDCA6}"/>
              </a:ext>
            </a:extLst>
          </p:cNvPr>
          <p:cNvSpPr>
            <a:spLocks noGrp="1"/>
          </p:cNvSpPr>
          <p:nvPr>
            <p:ph type="body" sz="quarter" idx="37" hasCustomPrompt="1"/>
          </p:nvPr>
        </p:nvSpPr>
        <p:spPr>
          <a:xfrm>
            <a:off x="5556872" y="1564686"/>
            <a:ext cx="2599236" cy="873713"/>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4" name="Picture Placeholder 7">
            <a:extLst>
              <a:ext uri="{FF2B5EF4-FFF2-40B4-BE49-F238E27FC236}">
                <a16:creationId xmlns:a16="http://schemas.microsoft.com/office/drawing/2014/main" id="{8C751FB4-3F20-2440-92C9-11D2CD59D1AB}"/>
              </a:ext>
            </a:extLst>
          </p:cNvPr>
          <p:cNvSpPr>
            <a:spLocks noGrp="1"/>
          </p:cNvSpPr>
          <p:nvPr>
            <p:ph type="pic" sz="quarter" idx="42" hasCustomPrompt="1"/>
          </p:nvPr>
        </p:nvSpPr>
        <p:spPr>
          <a:xfrm>
            <a:off x="228600" y="3273909"/>
            <a:ext cx="912720" cy="840684"/>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ICON HERE</a:t>
            </a:r>
          </a:p>
        </p:txBody>
      </p:sp>
      <p:sp>
        <p:nvSpPr>
          <p:cNvPr id="25" name="Text Placeholder 2">
            <a:extLst>
              <a:ext uri="{FF2B5EF4-FFF2-40B4-BE49-F238E27FC236}">
                <a16:creationId xmlns:a16="http://schemas.microsoft.com/office/drawing/2014/main" id="{FAFA1B85-AF0B-F645-9CA3-C6128E1E72AB}"/>
              </a:ext>
            </a:extLst>
          </p:cNvPr>
          <p:cNvSpPr>
            <a:spLocks noGrp="1"/>
          </p:cNvSpPr>
          <p:nvPr>
            <p:ph type="body" sz="quarter" idx="43" hasCustomPrompt="1"/>
          </p:nvPr>
        </p:nvSpPr>
        <p:spPr>
          <a:xfrm>
            <a:off x="1213472" y="3276496"/>
            <a:ext cx="2599236" cy="83820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6" name="Picture Placeholder 7">
            <a:extLst>
              <a:ext uri="{FF2B5EF4-FFF2-40B4-BE49-F238E27FC236}">
                <a16:creationId xmlns:a16="http://schemas.microsoft.com/office/drawing/2014/main" id="{FFEE3A9A-63B7-D948-8DBF-2356457C28C5}"/>
              </a:ext>
            </a:extLst>
          </p:cNvPr>
          <p:cNvSpPr>
            <a:spLocks noGrp="1"/>
          </p:cNvSpPr>
          <p:nvPr>
            <p:ph type="pic" sz="quarter" idx="44" hasCustomPrompt="1"/>
          </p:nvPr>
        </p:nvSpPr>
        <p:spPr>
          <a:xfrm>
            <a:off x="4572000" y="3274014"/>
            <a:ext cx="912720" cy="840684"/>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ICON HERE</a:t>
            </a:r>
          </a:p>
        </p:txBody>
      </p:sp>
      <p:sp>
        <p:nvSpPr>
          <p:cNvPr id="27" name="Text Placeholder 2">
            <a:extLst>
              <a:ext uri="{FF2B5EF4-FFF2-40B4-BE49-F238E27FC236}">
                <a16:creationId xmlns:a16="http://schemas.microsoft.com/office/drawing/2014/main" id="{8DF2BD0E-BE39-5A4C-829F-A44F7C5CDFCB}"/>
              </a:ext>
            </a:extLst>
          </p:cNvPr>
          <p:cNvSpPr>
            <a:spLocks noGrp="1"/>
          </p:cNvSpPr>
          <p:nvPr>
            <p:ph type="body" sz="quarter" idx="45" hasCustomPrompt="1"/>
          </p:nvPr>
        </p:nvSpPr>
        <p:spPr>
          <a:xfrm>
            <a:off x="5556872" y="3276601"/>
            <a:ext cx="2599236" cy="83820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2" name="Picture Placeholder 7">
            <a:extLst>
              <a:ext uri="{FF2B5EF4-FFF2-40B4-BE49-F238E27FC236}">
                <a16:creationId xmlns:a16="http://schemas.microsoft.com/office/drawing/2014/main" id="{F0203FBC-FB8C-F94A-A317-F50AD9F7409B}"/>
              </a:ext>
            </a:extLst>
          </p:cNvPr>
          <p:cNvSpPr>
            <a:spLocks noGrp="1"/>
          </p:cNvSpPr>
          <p:nvPr>
            <p:ph type="pic" sz="quarter" idx="46" hasCustomPrompt="1"/>
          </p:nvPr>
        </p:nvSpPr>
        <p:spPr>
          <a:xfrm>
            <a:off x="228600" y="5029881"/>
            <a:ext cx="912720" cy="840684"/>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ICON HERE</a:t>
            </a:r>
          </a:p>
        </p:txBody>
      </p:sp>
      <p:sp>
        <p:nvSpPr>
          <p:cNvPr id="32" name="Text Placeholder 2">
            <a:extLst>
              <a:ext uri="{FF2B5EF4-FFF2-40B4-BE49-F238E27FC236}">
                <a16:creationId xmlns:a16="http://schemas.microsoft.com/office/drawing/2014/main" id="{8C7D9D11-353D-9048-9564-37A684BF6807}"/>
              </a:ext>
            </a:extLst>
          </p:cNvPr>
          <p:cNvSpPr>
            <a:spLocks noGrp="1"/>
          </p:cNvSpPr>
          <p:nvPr>
            <p:ph type="body" sz="quarter" idx="47" hasCustomPrompt="1"/>
          </p:nvPr>
        </p:nvSpPr>
        <p:spPr>
          <a:xfrm>
            <a:off x="1213472" y="5032468"/>
            <a:ext cx="2599236" cy="83820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3" name="Picture Placeholder 7">
            <a:extLst>
              <a:ext uri="{FF2B5EF4-FFF2-40B4-BE49-F238E27FC236}">
                <a16:creationId xmlns:a16="http://schemas.microsoft.com/office/drawing/2014/main" id="{B2EA5CB2-F295-E346-9340-B2E11080602C}"/>
              </a:ext>
            </a:extLst>
          </p:cNvPr>
          <p:cNvSpPr>
            <a:spLocks noGrp="1"/>
          </p:cNvSpPr>
          <p:nvPr>
            <p:ph type="pic" sz="quarter" idx="48" hasCustomPrompt="1"/>
          </p:nvPr>
        </p:nvSpPr>
        <p:spPr>
          <a:xfrm>
            <a:off x="4572000" y="5029986"/>
            <a:ext cx="912720" cy="840684"/>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ICON HERE</a:t>
            </a:r>
          </a:p>
        </p:txBody>
      </p:sp>
      <p:sp>
        <p:nvSpPr>
          <p:cNvPr id="34" name="Text Placeholder 2">
            <a:extLst>
              <a:ext uri="{FF2B5EF4-FFF2-40B4-BE49-F238E27FC236}">
                <a16:creationId xmlns:a16="http://schemas.microsoft.com/office/drawing/2014/main" id="{6765B797-6F7F-7345-80FA-1A94CA24E699}"/>
              </a:ext>
            </a:extLst>
          </p:cNvPr>
          <p:cNvSpPr>
            <a:spLocks noGrp="1"/>
          </p:cNvSpPr>
          <p:nvPr>
            <p:ph type="body" sz="quarter" idx="49" hasCustomPrompt="1"/>
          </p:nvPr>
        </p:nvSpPr>
        <p:spPr>
          <a:xfrm>
            <a:off x="5556872" y="5032573"/>
            <a:ext cx="2599236" cy="83820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B27E44B-DA4B-AA9E-B671-2C7092C6BCF8}"/>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408367326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7" name="Text Placeholder 11">
            <a:extLst>
              <a:ext uri="{FF2B5EF4-FFF2-40B4-BE49-F238E27FC236}">
                <a16:creationId xmlns:a16="http://schemas.microsoft.com/office/drawing/2014/main" id="{EF1E4B41-BB92-7648-895C-DEDFFB103A50}"/>
              </a:ext>
            </a:extLst>
          </p:cNvPr>
          <p:cNvSpPr>
            <a:spLocks noGrp="1"/>
          </p:cNvSpPr>
          <p:nvPr>
            <p:ph type="body" sz="quarter" idx="19" hasCustomPrompt="1"/>
          </p:nvPr>
        </p:nvSpPr>
        <p:spPr>
          <a:xfrm>
            <a:off x="228601" y="1547954"/>
            <a:ext cx="2590800" cy="323492"/>
          </a:xfrm>
          <a:prstGeom prst="rect">
            <a:avLst/>
          </a:prstGeom>
        </p:spPr>
        <p:txBody>
          <a:bodyPr lIns="0" tIns="0" rIns="0" bIns="0">
            <a:noAutofit/>
          </a:bodyPr>
          <a:lstStyle>
            <a:lvl1pPr marL="0" indent="0" algn="l">
              <a:lnSpc>
                <a:spcPct val="100000"/>
              </a:lnSpc>
              <a:buFont typeface="Arial" panose="020B0604020202020204" pitchFamily="34" charset="0"/>
              <a:buNone/>
              <a:defRPr sz="1400" b="1" i="0" spc="0">
                <a:solidFill>
                  <a:srgbClr val="FF462D"/>
                </a:solidFill>
                <a:latin typeface="TWK Everett" panose="020B0204000000000000" pitchFamily="34"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228600" lvl="0" indent="-228600">
              <a:spcBef>
                <a:spcPct val="0"/>
              </a:spcBef>
            </a:pPr>
            <a:r>
              <a:rPr lang="en-US"/>
              <a:t>Subheading here</a:t>
            </a:r>
          </a:p>
        </p:txBody>
      </p:sp>
      <p:sp>
        <p:nvSpPr>
          <p:cNvPr id="11" name="Text Placeholder 11">
            <a:extLst>
              <a:ext uri="{FF2B5EF4-FFF2-40B4-BE49-F238E27FC236}">
                <a16:creationId xmlns:a16="http://schemas.microsoft.com/office/drawing/2014/main" id="{2907C453-C89F-D54F-BE99-D59C25A87C4B}"/>
              </a:ext>
            </a:extLst>
          </p:cNvPr>
          <p:cNvSpPr>
            <a:spLocks noGrp="1"/>
          </p:cNvSpPr>
          <p:nvPr>
            <p:ph type="body" sz="quarter" idx="28" hasCustomPrompt="1"/>
          </p:nvPr>
        </p:nvSpPr>
        <p:spPr>
          <a:xfrm>
            <a:off x="3276597" y="1547954"/>
            <a:ext cx="2590800" cy="323492"/>
          </a:xfrm>
          <a:prstGeom prst="rect">
            <a:avLst/>
          </a:prstGeom>
        </p:spPr>
        <p:txBody>
          <a:bodyPr lIns="0" tIns="0" rIns="0" bIns="0">
            <a:noAutofit/>
          </a:bodyPr>
          <a:lstStyle>
            <a:lvl1pPr marL="0" indent="0" algn="l">
              <a:lnSpc>
                <a:spcPct val="100000"/>
              </a:lnSpc>
              <a:buFont typeface="Arial" panose="020B0604020202020204" pitchFamily="34" charset="0"/>
              <a:buNone/>
              <a:defRPr sz="1400" b="1" i="0" spc="0">
                <a:solidFill>
                  <a:srgbClr val="FF462D"/>
                </a:solidFill>
                <a:latin typeface="TWK Everett" panose="020B0204000000000000" pitchFamily="34"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228600" lvl="0" indent="-228600">
              <a:spcBef>
                <a:spcPct val="0"/>
              </a:spcBef>
            </a:pPr>
            <a:r>
              <a:rPr lang="en-US"/>
              <a:t>Subheading here</a:t>
            </a:r>
          </a:p>
        </p:txBody>
      </p:sp>
      <p:sp>
        <p:nvSpPr>
          <p:cNvPr id="13" name="Text Placeholder 11">
            <a:extLst>
              <a:ext uri="{FF2B5EF4-FFF2-40B4-BE49-F238E27FC236}">
                <a16:creationId xmlns:a16="http://schemas.microsoft.com/office/drawing/2014/main" id="{F120A87D-75BD-0849-874F-766E1D7B28E6}"/>
              </a:ext>
            </a:extLst>
          </p:cNvPr>
          <p:cNvSpPr>
            <a:spLocks noGrp="1"/>
          </p:cNvSpPr>
          <p:nvPr>
            <p:ph type="body" sz="quarter" idx="30" hasCustomPrompt="1"/>
          </p:nvPr>
        </p:nvSpPr>
        <p:spPr>
          <a:xfrm>
            <a:off x="6324599" y="1547954"/>
            <a:ext cx="2590800" cy="323492"/>
          </a:xfrm>
          <a:prstGeom prst="rect">
            <a:avLst/>
          </a:prstGeom>
        </p:spPr>
        <p:txBody>
          <a:bodyPr lIns="0" tIns="0" rIns="0" bIns="0">
            <a:noAutofit/>
          </a:bodyPr>
          <a:lstStyle>
            <a:lvl1pPr marL="0" indent="0" algn="l">
              <a:lnSpc>
                <a:spcPct val="100000"/>
              </a:lnSpc>
              <a:buFont typeface="Arial" panose="020B0604020202020204" pitchFamily="34" charset="0"/>
              <a:buNone/>
              <a:defRPr sz="1400" b="1" i="0" spc="0">
                <a:solidFill>
                  <a:srgbClr val="FF462D"/>
                </a:solidFill>
                <a:latin typeface="TWK Everett" panose="020B0204000000000000" pitchFamily="34"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228600" lvl="0" indent="-228600">
              <a:spcBef>
                <a:spcPct val="0"/>
              </a:spcBef>
            </a:pPr>
            <a:r>
              <a:rPr lang="en-US"/>
              <a:t>Subheading here</a:t>
            </a:r>
          </a:p>
        </p:txBody>
      </p:sp>
      <p:sp>
        <p:nvSpPr>
          <p:cNvPr id="18" name="Text Placeholder 11">
            <a:extLst>
              <a:ext uri="{FF2B5EF4-FFF2-40B4-BE49-F238E27FC236}">
                <a16:creationId xmlns:a16="http://schemas.microsoft.com/office/drawing/2014/main" id="{35B1A441-818E-2042-B9D2-1725279087FC}"/>
              </a:ext>
            </a:extLst>
          </p:cNvPr>
          <p:cNvSpPr>
            <a:spLocks noGrp="1"/>
          </p:cNvSpPr>
          <p:nvPr>
            <p:ph type="body" sz="quarter" idx="33" hasCustomPrompt="1"/>
          </p:nvPr>
        </p:nvSpPr>
        <p:spPr>
          <a:xfrm>
            <a:off x="9372601" y="1547954"/>
            <a:ext cx="2590800" cy="323492"/>
          </a:xfrm>
          <a:prstGeom prst="rect">
            <a:avLst/>
          </a:prstGeom>
        </p:spPr>
        <p:txBody>
          <a:bodyPr lIns="0" tIns="0" rIns="0" bIns="0">
            <a:noAutofit/>
          </a:bodyPr>
          <a:lstStyle>
            <a:lvl1pPr marL="0" indent="0" algn="l">
              <a:lnSpc>
                <a:spcPct val="100000"/>
              </a:lnSpc>
              <a:buFont typeface="Arial" panose="020B0604020202020204" pitchFamily="34" charset="0"/>
              <a:buNone/>
              <a:defRPr sz="1400" b="1" i="0" spc="0">
                <a:solidFill>
                  <a:srgbClr val="FF462D"/>
                </a:solidFill>
                <a:latin typeface="TWK Everett" panose="020B0204000000000000" pitchFamily="34"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228600" lvl="0" indent="-228600">
              <a:spcBef>
                <a:spcPct val="0"/>
              </a:spcBef>
            </a:pPr>
            <a:r>
              <a:rPr lang="en-US"/>
              <a:t>Subheading here</a:t>
            </a:r>
          </a:p>
        </p:txBody>
      </p:sp>
      <p:sp>
        <p:nvSpPr>
          <p:cNvPr id="15" name="Slide Number Placeholder 5">
            <a:extLst>
              <a:ext uri="{FF2B5EF4-FFF2-40B4-BE49-F238E27FC236}">
                <a16:creationId xmlns:a16="http://schemas.microsoft.com/office/drawing/2014/main" id="{66FB95D9-514F-4248-8F2E-F0EA7D69FC45}"/>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rgbClr val="3D3C3C"/>
                </a:solidFill>
                <a:latin typeface="TWK Everett" panose="020B0204000000000000" pitchFamily="34" charset="77"/>
              </a:defRPr>
            </a:lvl1pPr>
          </a:lstStyle>
          <a:p>
            <a:fld id="{BB55D76A-9B6E-CD41-ABBE-F6C938295BAD}" type="slidenum">
              <a:rPr lang="en-US" smtClean="0"/>
              <a:pPr/>
              <a:t>‹#›</a:t>
            </a:fld>
            <a:endParaRPr lang="en-US"/>
          </a:p>
        </p:txBody>
      </p:sp>
      <p:sp>
        <p:nvSpPr>
          <p:cNvPr id="23" name="Title 1">
            <a:extLst>
              <a:ext uri="{FF2B5EF4-FFF2-40B4-BE49-F238E27FC236}">
                <a16:creationId xmlns:a16="http://schemas.microsoft.com/office/drawing/2014/main" id="{527834FD-1748-9940-9248-BE341AABE1CA}"/>
              </a:ext>
            </a:extLst>
          </p:cNvPr>
          <p:cNvSpPr>
            <a:spLocks noGrp="1"/>
          </p:cNvSpPr>
          <p:nvPr>
            <p:ph type="title" hasCustomPrompt="1"/>
          </p:nvPr>
        </p:nvSpPr>
        <p:spPr>
          <a:xfrm>
            <a:off x="228599" y="293125"/>
            <a:ext cx="4343165"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24" name="Text Placeholder 57">
            <a:extLst>
              <a:ext uri="{FF2B5EF4-FFF2-40B4-BE49-F238E27FC236}">
                <a16:creationId xmlns:a16="http://schemas.microsoft.com/office/drawing/2014/main" id="{0D81B1FA-9FB8-7F4F-985E-2DCB4E4A2B2C}"/>
              </a:ext>
            </a:extLst>
          </p:cNvPr>
          <p:cNvSpPr>
            <a:spLocks noGrp="1"/>
          </p:cNvSpPr>
          <p:nvPr>
            <p:ph type="body" sz="quarter" idx="34" hasCustomPrompt="1"/>
          </p:nvPr>
        </p:nvSpPr>
        <p:spPr>
          <a:xfrm>
            <a:off x="228600" y="712673"/>
            <a:ext cx="434340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5" name="Text Placeholder 2">
            <a:extLst>
              <a:ext uri="{FF2B5EF4-FFF2-40B4-BE49-F238E27FC236}">
                <a16:creationId xmlns:a16="http://schemas.microsoft.com/office/drawing/2014/main" id="{199A1D2F-33C9-CD40-984C-B95180E5541A}"/>
              </a:ext>
            </a:extLst>
          </p:cNvPr>
          <p:cNvSpPr>
            <a:spLocks noGrp="1"/>
          </p:cNvSpPr>
          <p:nvPr>
            <p:ph type="body" sz="quarter" idx="35" hasCustomPrompt="1"/>
          </p:nvPr>
        </p:nvSpPr>
        <p:spPr>
          <a:xfrm>
            <a:off x="233993" y="1933365"/>
            <a:ext cx="2590801" cy="3248235"/>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26" name="Text Placeholder 2">
            <a:extLst>
              <a:ext uri="{FF2B5EF4-FFF2-40B4-BE49-F238E27FC236}">
                <a16:creationId xmlns:a16="http://schemas.microsoft.com/office/drawing/2014/main" id="{9C195B17-BEAC-A04A-987B-6D8C69F7C793}"/>
              </a:ext>
            </a:extLst>
          </p:cNvPr>
          <p:cNvSpPr>
            <a:spLocks noGrp="1"/>
          </p:cNvSpPr>
          <p:nvPr>
            <p:ph type="body" sz="quarter" idx="32" hasCustomPrompt="1"/>
          </p:nvPr>
        </p:nvSpPr>
        <p:spPr>
          <a:xfrm>
            <a:off x="3276600" y="1933365"/>
            <a:ext cx="2590801" cy="324823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7" name="Text Placeholder 2">
            <a:extLst>
              <a:ext uri="{FF2B5EF4-FFF2-40B4-BE49-F238E27FC236}">
                <a16:creationId xmlns:a16="http://schemas.microsoft.com/office/drawing/2014/main" id="{0E5CE829-47CB-684E-8FA1-9EF59A28088B}"/>
              </a:ext>
            </a:extLst>
          </p:cNvPr>
          <p:cNvSpPr>
            <a:spLocks noGrp="1"/>
          </p:cNvSpPr>
          <p:nvPr>
            <p:ph type="body" sz="quarter" idx="36" hasCustomPrompt="1"/>
          </p:nvPr>
        </p:nvSpPr>
        <p:spPr>
          <a:xfrm>
            <a:off x="6327296" y="1933365"/>
            <a:ext cx="2590801" cy="324823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8" name="Text Placeholder 2">
            <a:extLst>
              <a:ext uri="{FF2B5EF4-FFF2-40B4-BE49-F238E27FC236}">
                <a16:creationId xmlns:a16="http://schemas.microsoft.com/office/drawing/2014/main" id="{72440BF4-40CE-3A4D-91C2-BCCF11E0F885}"/>
              </a:ext>
            </a:extLst>
          </p:cNvPr>
          <p:cNvSpPr>
            <a:spLocks noGrp="1"/>
          </p:cNvSpPr>
          <p:nvPr>
            <p:ph type="body" sz="quarter" idx="37" hasCustomPrompt="1"/>
          </p:nvPr>
        </p:nvSpPr>
        <p:spPr>
          <a:xfrm>
            <a:off x="9369903" y="1933365"/>
            <a:ext cx="2590801" cy="324823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3214BF51-86A8-6DA9-6102-54E40430247A}"/>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028607345"/>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 section list">
    <p:spTree>
      <p:nvGrpSpPr>
        <p:cNvPr id="1" name=""/>
        <p:cNvGrpSpPr/>
        <p:nvPr/>
      </p:nvGrpSpPr>
      <p:grpSpPr>
        <a:xfrm>
          <a:off x="0" y="0"/>
          <a:ext cx="0" cy="0"/>
          <a:chOff x="0" y="0"/>
          <a:chExt cx="0" cy="0"/>
        </a:xfrm>
      </p:grpSpPr>
      <p:sp>
        <p:nvSpPr>
          <p:cNvPr id="12" name="Text Placeholder 13">
            <a:extLst>
              <a:ext uri="{FF2B5EF4-FFF2-40B4-BE49-F238E27FC236}">
                <a16:creationId xmlns:a16="http://schemas.microsoft.com/office/drawing/2014/main" id="{CCFAC936-D591-9543-BA96-1E3C3173F97A}"/>
              </a:ext>
            </a:extLst>
          </p:cNvPr>
          <p:cNvSpPr>
            <a:spLocks noGrp="1"/>
          </p:cNvSpPr>
          <p:nvPr>
            <p:ph type="body" sz="quarter" idx="13" hasCustomPrompt="1"/>
          </p:nvPr>
        </p:nvSpPr>
        <p:spPr>
          <a:xfrm>
            <a:off x="228600" y="1557103"/>
            <a:ext cx="2590800" cy="185678"/>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14" name="Text Placeholder 13">
            <a:extLst>
              <a:ext uri="{FF2B5EF4-FFF2-40B4-BE49-F238E27FC236}">
                <a16:creationId xmlns:a16="http://schemas.microsoft.com/office/drawing/2014/main" id="{16FEF210-22BD-C34B-8F6C-AE26E7B825A0}"/>
              </a:ext>
            </a:extLst>
          </p:cNvPr>
          <p:cNvSpPr>
            <a:spLocks noGrp="1"/>
          </p:cNvSpPr>
          <p:nvPr>
            <p:ph type="body" sz="quarter" idx="15" hasCustomPrompt="1"/>
          </p:nvPr>
        </p:nvSpPr>
        <p:spPr>
          <a:xfrm>
            <a:off x="3273893" y="1542911"/>
            <a:ext cx="2592391"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16" name="Text Placeholder 13">
            <a:extLst>
              <a:ext uri="{FF2B5EF4-FFF2-40B4-BE49-F238E27FC236}">
                <a16:creationId xmlns:a16="http://schemas.microsoft.com/office/drawing/2014/main" id="{019009CE-AFDE-EE4A-A955-7307350C7691}"/>
              </a:ext>
            </a:extLst>
          </p:cNvPr>
          <p:cNvSpPr>
            <a:spLocks noGrp="1"/>
          </p:cNvSpPr>
          <p:nvPr>
            <p:ph type="body" sz="quarter" idx="17" hasCustomPrompt="1"/>
          </p:nvPr>
        </p:nvSpPr>
        <p:spPr>
          <a:xfrm>
            <a:off x="9372599" y="1549321"/>
            <a:ext cx="2592391" cy="185678"/>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28" name="Text Placeholder 13">
            <a:extLst>
              <a:ext uri="{FF2B5EF4-FFF2-40B4-BE49-F238E27FC236}">
                <a16:creationId xmlns:a16="http://schemas.microsoft.com/office/drawing/2014/main" id="{DF74593B-DD8B-A549-B7F6-CA6CE7B4CA8D}"/>
              </a:ext>
            </a:extLst>
          </p:cNvPr>
          <p:cNvSpPr>
            <a:spLocks noGrp="1"/>
          </p:cNvSpPr>
          <p:nvPr>
            <p:ph type="body" sz="quarter" idx="28" hasCustomPrompt="1"/>
          </p:nvPr>
        </p:nvSpPr>
        <p:spPr>
          <a:xfrm>
            <a:off x="6320709" y="1542911"/>
            <a:ext cx="2592391"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0" name="Text Placeholder 13">
            <a:extLst>
              <a:ext uri="{FF2B5EF4-FFF2-40B4-BE49-F238E27FC236}">
                <a16:creationId xmlns:a16="http://schemas.microsoft.com/office/drawing/2014/main" id="{AC9B3920-F627-8D4A-8EC7-F7F15F5934F0}"/>
              </a:ext>
            </a:extLst>
          </p:cNvPr>
          <p:cNvSpPr>
            <a:spLocks noGrp="1"/>
          </p:cNvSpPr>
          <p:nvPr>
            <p:ph type="body" sz="quarter" idx="33" hasCustomPrompt="1"/>
          </p:nvPr>
        </p:nvSpPr>
        <p:spPr>
          <a:xfrm>
            <a:off x="228600" y="3719237"/>
            <a:ext cx="2590800" cy="185678"/>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2" name="Text Placeholder 13">
            <a:extLst>
              <a:ext uri="{FF2B5EF4-FFF2-40B4-BE49-F238E27FC236}">
                <a16:creationId xmlns:a16="http://schemas.microsoft.com/office/drawing/2014/main" id="{BDB30F7E-C25C-F643-8457-966A4E9EA430}"/>
              </a:ext>
            </a:extLst>
          </p:cNvPr>
          <p:cNvSpPr>
            <a:spLocks noGrp="1"/>
          </p:cNvSpPr>
          <p:nvPr>
            <p:ph type="body" sz="quarter" idx="35" hasCustomPrompt="1"/>
          </p:nvPr>
        </p:nvSpPr>
        <p:spPr>
          <a:xfrm>
            <a:off x="3273893" y="3705045"/>
            <a:ext cx="2592391"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4" name="Text Placeholder 13">
            <a:extLst>
              <a:ext uri="{FF2B5EF4-FFF2-40B4-BE49-F238E27FC236}">
                <a16:creationId xmlns:a16="http://schemas.microsoft.com/office/drawing/2014/main" id="{7C39C1A6-7460-C14B-83D4-33C9C6C4BE9C}"/>
              </a:ext>
            </a:extLst>
          </p:cNvPr>
          <p:cNvSpPr>
            <a:spLocks noGrp="1"/>
          </p:cNvSpPr>
          <p:nvPr>
            <p:ph type="body" sz="quarter" idx="37" hasCustomPrompt="1"/>
          </p:nvPr>
        </p:nvSpPr>
        <p:spPr>
          <a:xfrm>
            <a:off x="9372599" y="3711455"/>
            <a:ext cx="2592391" cy="185678"/>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6" name="Text Placeholder 13">
            <a:extLst>
              <a:ext uri="{FF2B5EF4-FFF2-40B4-BE49-F238E27FC236}">
                <a16:creationId xmlns:a16="http://schemas.microsoft.com/office/drawing/2014/main" id="{C34D65A6-934C-D74C-BB66-6AF877EEE449}"/>
              </a:ext>
            </a:extLst>
          </p:cNvPr>
          <p:cNvSpPr>
            <a:spLocks noGrp="1"/>
          </p:cNvSpPr>
          <p:nvPr>
            <p:ph type="body" sz="quarter" idx="39" hasCustomPrompt="1"/>
          </p:nvPr>
        </p:nvSpPr>
        <p:spPr>
          <a:xfrm>
            <a:off x="6320709" y="3705045"/>
            <a:ext cx="2592391"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25" name="Slide Number Placeholder 5">
            <a:extLst>
              <a:ext uri="{FF2B5EF4-FFF2-40B4-BE49-F238E27FC236}">
                <a16:creationId xmlns:a16="http://schemas.microsoft.com/office/drawing/2014/main" id="{7DEA0471-411E-9E4D-9433-E993E317E842}"/>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30" name="Title 1">
            <a:extLst>
              <a:ext uri="{FF2B5EF4-FFF2-40B4-BE49-F238E27FC236}">
                <a16:creationId xmlns:a16="http://schemas.microsoft.com/office/drawing/2014/main" id="{F5D09593-59D3-F446-AE5D-E987B7AF615E}"/>
              </a:ext>
            </a:extLst>
          </p:cNvPr>
          <p:cNvSpPr>
            <a:spLocks noGrp="1"/>
          </p:cNvSpPr>
          <p:nvPr>
            <p:ph type="title" hasCustomPrompt="1"/>
          </p:nvPr>
        </p:nvSpPr>
        <p:spPr>
          <a:xfrm>
            <a:off x="228599" y="293125"/>
            <a:ext cx="4343165"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31" name="Text Placeholder 57">
            <a:extLst>
              <a:ext uri="{FF2B5EF4-FFF2-40B4-BE49-F238E27FC236}">
                <a16:creationId xmlns:a16="http://schemas.microsoft.com/office/drawing/2014/main" id="{4F529D1E-5228-F047-BF88-AAC5A30A8500}"/>
              </a:ext>
            </a:extLst>
          </p:cNvPr>
          <p:cNvSpPr>
            <a:spLocks noGrp="1"/>
          </p:cNvSpPr>
          <p:nvPr>
            <p:ph type="body" sz="quarter" idx="40" hasCustomPrompt="1"/>
          </p:nvPr>
        </p:nvSpPr>
        <p:spPr>
          <a:xfrm>
            <a:off x="228600" y="712673"/>
            <a:ext cx="434340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3" name="Text Placeholder 2">
            <a:extLst>
              <a:ext uri="{FF2B5EF4-FFF2-40B4-BE49-F238E27FC236}">
                <a16:creationId xmlns:a16="http://schemas.microsoft.com/office/drawing/2014/main" id="{218EB7D0-7AE4-AA48-93F7-193A1229D2F5}"/>
              </a:ext>
            </a:extLst>
          </p:cNvPr>
          <p:cNvSpPr>
            <a:spLocks noGrp="1"/>
          </p:cNvSpPr>
          <p:nvPr>
            <p:ph type="body" sz="quarter" idx="41" hasCustomPrompt="1"/>
          </p:nvPr>
        </p:nvSpPr>
        <p:spPr>
          <a:xfrm>
            <a:off x="228600" y="1898033"/>
            <a:ext cx="2590800" cy="1386505"/>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2" name="Text Placeholder 2">
            <a:extLst>
              <a:ext uri="{FF2B5EF4-FFF2-40B4-BE49-F238E27FC236}">
                <a16:creationId xmlns:a16="http://schemas.microsoft.com/office/drawing/2014/main" id="{8BCB215A-5B20-0743-94E0-557154D24C87}"/>
              </a:ext>
            </a:extLst>
          </p:cNvPr>
          <p:cNvSpPr>
            <a:spLocks noGrp="1"/>
          </p:cNvSpPr>
          <p:nvPr>
            <p:ph type="body" sz="quarter" idx="42" hasCustomPrompt="1"/>
          </p:nvPr>
        </p:nvSpPr>
        <p:spPr>
          <a:xfrm>
            <a:off x="3287390" y="1898033"/>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A6D80D71-9424-2F44-B162-5999A7873AA4}"/>
              </a:ext>
            </a:extLst>
          </p:cNvPr>
          <p:cNvSpPr>
            <a:spLocks noGrp="1"/>
          </p:cNvSpPr>
          <p:nvPr>
            <p:ph type="body" sz="quarter" idx="43" hasCustomPrompt="1"/>
          </p:nvPr>
        </p:nvSpPr>
        <p:spPr>
          <a:xfrm>
            <a:off x="6329995" y="1898033"/>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4CC2B804-C5D8-5A48-81B7-5713C7B60E20}"/>
              </a:ext>
            </a:extLst>
          </p:cNvPr>
          <p:cNvSpPr>
            <a:spLocks noGrp="1"/>
          </p:cNvSpPr>
          <p:nvPr>
            <p:ph type="body" sz="quarter" idx="44" hasCustomPrompt="1"/>
          </p:nvPr>
        </p:nvSpPr>
        <p:spPr>
          <a:xfrm>
            <a:off x="9380692" y="1898033"/>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4DF379A3-1D0F-1E45-8702-288974609B71}"/>
              </a:ext>
            </a:extLst>
          </p:cNvPr>
          <p:cNvSpPr>
            <a:spLocks noGrp="1"/>
          </p:cNvSpPr>
          <p:nvPr>
            <p:ph type="body" sz="quarter" idx="45" hasCustomPrompt="1"/>
          </p:nvPr>
        </p:nvSpPr>
        <p:spPr>
          <a:xfrm>
            <a:off x="228600" y="4050515"/>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9D971439-FB54-6C49-B07B-45920EDEFC8D}"/>
              </a:ext>
            </a:extLst>
          </p:cNvPr>
          <p:cNvSpPr>
            <a:spLocks noGrp="1"/>
          </p:cNvSpPr>
          <p:nvPr>
            <p:ph type="body" sz="quarter" idx="46" hasCustomPrompt="1"/>
          </p:nvPr>
        </p:nvSpPr>
        <p:spPr>
          <a:xfrm>
            <a:off x="3287390" y="4050515"/>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8342C412-BD69-3649-A5ED-2A84EE7FAB31}"/>
              </a:ext>
            </a:extLst>
          </p:cNvPr>
          <p:cNvSpPr>
            <a:spLocks noGrp="1"/>
          </p:cNvSpPr>
          <p:nvPr>
            <p:ph type="body" sz="quarter" idx="47" hasCustomPrompt="1"/>
          </p:nvPr>
        </p:nvSpPr>
        <p:spPr>
          <a:xfrm>
            <a:off x="6329995" y="4050515"/>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47" name="Text Placeholder 2">
            <a:extLst>
              <a:ext uri="{FF2B5EF4-FFF2-40B4-BE49-F238E27FC236}">
                <a16:creationId xmlns:a16="http://schemas.microsoft.com/office/drawing/2014/main" id="{A6C4C6A1-C28C-3C49-87BE-83DCC38A488C}"/>
              </a:ext>
            </a:extLst>
          </p:cNvPr>
          <p:cNvSpPr>
            <a:spLocks noGrp="1"/>
          </p:cNvSpPr>
          <p:nvPr>
            <p:ph type="body" sz="quarter" idx="48" hasCustomPrompt="1"/>
          </p:nvPr>
        </p:nvSpPr>
        <p:spPr>
          <a:xfrm>
            <a:off x="9380692" y="4050515"/>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80165E73-1FF9-1042-6DE7-30EB48CDED5E}"/>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60515118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12" name="Text Placeholder 13">
            <a:extLst>
              <a:ext uri="{FF2B5EF4-FFF2-40B4-BE49-F238E27FC236}">
                <a16:creationId xmlns:a16="http://schemas.microsoft.com/office/drawing/2014/main" id="{CCFAC936-D591-9543-BA96-1E3C3173F97A}"/>
              </a:ext>
            </a:extLst>
          </p:cNvPr>
          <p:cNvSpPr>
            <a:spLocks noGrp="1"/>
          </p:cNvSpPr>
          <p:nvPr>
            <p:ph type="body" sz="quarter" idx="13" hasCustomPrompt="1"/>
          </p:nvPr>
        </p:nvSpPr>
        <p:spPr>
          <a:xfrm>
            <a:off x="1530598" y="1557103"/>
            <a:ext cx="3032115" cy="185678"/>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14" name="Text Placeholder 13">
            <a:extLst>
              <a:ext uri="{FF2B5EF4-FFF2-40B4-BE49-F238E27FC236}">
                <a16:creationId xmlns:a16="http://schemas.microsoft.com/office/drawing/2014/main" id="{16FEF210-22BD-C34B-8F6C-AE26E7B825A0}"/>
              </a:ext>
            </a:extLst>
          </p:cNvPr>
          <p:cNvSpPr>
            <a:spLocks noGrp="1"/>
          </p:cNvSpPr>
          <p:nvPr>
            <p:ph type="body" sz="quarter" idx="15" hasCustomPrompt="1"/>
          </p:nvPr>
        </p:nvSpPr>
        <p:spPr>
          <a:xfrm>
            <a:off x="7613401" y="1542911"/>
            <a:ext cx="3049872"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28" name="Text Placeholder 13">
            <a:extLst>
              <a:ext uri="{FF2B5EF4-FFF2-40B4-BE49-F238E27FC236}">
                <a16:creationId xmlns:a16="http://schemas.microsoft.com/office/drawing/2014/main" id="{DF74593B-DD8B-A549-B7F6-CA6CE7B4CA8D}"/>
              </a:ext>
            </a:extLst>
          </p:cNvPr>
          <p:cNvSpPr>
            <a:spLocks noGrp="1"/>
          </p:cNvSpPr>
          <p:nvPr>
            <p:ph type="body" sz="quarter" idx="28" hasCustomPrompt="1"/>
          </p:nvPr>
        </p:nvSpPr>
        <p:spPr>
          <a:xfrm>
            <a:off x="1530608" y="5015406"/>
            <a:ext cx="3033977"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0" name="Text Placeholder 13">
            <a:extLst>
              <a:ext uri="{FF2B5EF4-FFF2-40B4-BE49-F238E27FC236}">
                <a16:creationId xmlns:a16="http://schemas.microsoft.com/office/drawing/2014/main" id="{AC9B3920-F627-8D4A-8EC7-F7F15F5934F0}"/>
              </a:ext>
            </a:extLst>
          </p:cNvPr>
          <p:cNvSpPr>
            <a:spLocks noGrp="1"/>
          </p:cNvSpPr>
          <p:nvPr>
            <p:ph type="body" sz="quarter" idx="33" hasCustomPrompt="1"/>
          </p:nvPr>
        </p:nvSpPr>
        <p:spPr>
          <a:xfrm>
            <a:off x="1530598" y="3274175"/>
            <a:ext cx="3032115" cy="185678"/>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2" name="Text Placeholder 13">
            <a:extLst>
              <a:ext uri="{FF2B5EF4-FFF2-40B4-BE49-F238E27FC236}">
                <a16:creationId xmlns:a16="http://schemas.microsoft.com/office/drawing/2014/main" id="{BDB30F7E-C25C-F643-8457-966A4E9EA430}"/>
              </a:ext>
            </a:extLst>
          </p:cNvPr>
          <p:cNvSpPr>
            <a:spLocks noGrp="1"/>
          </p:cNvSpPr>
          <p:nvPr>
            <p:ph type="body" sz="quarter" idx="35" hasCustomPrompt="1"/>
          </p:nvPr>
        </p:nvSpPr>
        <p:spPr>
          <a:xfrm>
            <a:off x="7613401" y="3259983"/>
            <a:ext cx="3049872"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46" name="Text Placeholder 13">
            <a:extLst>
              <a:ext uri="{FF2B5EF4-FFF2-40B4-BE49-F238E27FC236}">
                <a16:creationId xmlns:a16="http://schemas.microsoft.com/office/drawing/2014/main" id="{C34D65A6-934C-D74C-BB66-6AF877EEE449}"/>
              </a:ext>
            </a:extLst>
          </p:cNvPr>
          <p:cNvSpPr>
            <a:spLocks noGrp="1"/>
          </p:cNvSpPr>
          <p:nvPr>
            <p:ph type="body" sz="quarter" idx="39" hasCustomPrompt="1"/>
          </p:nvPr>
        </p:nvSpPr>
        <p:spPr>
          <a:xfrm>
            <a:off x="7613401" y="5015406"/>
            <a:ext cx="3049872" cy="207962"/>
          </a:xfrm>
          <a:prstGeom prst="rect">
            <a:avLst/>
          </a:prstGeom>
        </p:spPr>
        <p:txBody>
          <a:bodyPr lIns="0" tIns="0" rIns="0" bIns="0" anchor="ctr">
            <a:noAutofit/>
          </a:bodyPr>
          <a:lstStyle>
            <a:lvl1pPr marL="0" indent="0">
              <a:buFont typeface="Arial" panose="020B0604020202020204" pitchFamily="34" charset="0"/>
              <a:buNone/>
              <a:defRPr sz="1400" b="1" i="0">
                <a:solidFill>
                  <a:srgbClr val="FF462D"/>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25" name="Slide Number Placeholder 5">
            <a:extLst>
              <a:ext uri="{FF2B5EF4-FFF2-40B4-BE49-F238E27FC236}">
                <a16:creationId xmlns:a16="http://schemas.microsoft.com/office/drawing/2014/main" id="{7DEA0471-411E-9E4D-9433-E993E317E842}"/>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rgbClr val="3D3C3C"/>
                </a:solidFill>
                <a:latin typeface="TWK Everett" panose="020B0204000000000000" pitchFamily="34" charset="77"/>
              </a:defRPr>
            </a:lvl1pPr>
          </a:lstStyle>
          <a:p>
            <a:fld id="{BB55D76A-9B6E-CD41-ABBE-F6C938295BAD}" type="slidenum">
              <a:rPr lang="en-US" smtClean="0"/>
              <a:pPr/>
              <a:t>‹#›</a:t>
            </a:fld>
            <a:endParaRPr lang="en-US"/>
          </a:p>
        </p:txBody>
      </p:sp>
      <p:sp>
        <p:nvSpPr>
          <p:cNvPr id="30" name="Title 1">
            <a:extLst>
              <a:ext uri="{FF2B5EF4-FFF2-40B4-BE49-F238E27FC236}">
                <a16:creationId xmlns:a16="http://schemas.microsoft.com/office/drawing/2014/main" id="{F5D09593-59D3-F446-AE5D-E987B7AF615E}"/>
              </a:ext>
            </a:extLst>
          </p:cNvPr>
          <p:cNvSpPr>
            <a:spLocks noGrp="1"/>
          </p:cNvSpPr>
          <p:nvPr>
            <p:ph type="title" hasCustomPrompt="1"/>
          </p:nvPr>
        </p:nvSpPr>
        <p:spPr>
          <a:xfrm>
            <a:off x="228599" y="293125"/>
            <a:ext cx="4343165"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31" name="Text Placeholder 57">
            <a:extLst>
              <a:ext uri="{FF2B5EF4-FFF2-40B4-BE49-F238E27FC236}">
                <a16:creationId xmlns:a16="http://schemas.microsoft.com/office/drawing/2014/main" id="{4F529D1E-5228-F047-BF88-AAC5A30A8500}"/>
              </a:ext>
            </a:extLst>
          </p:cNvPr>
          <p:cNvSpPr>
            <a:spLocks noGrp="1"/>
          </p:cNvSpPr>
          <p:nvPr>
            <p:ph type="body" sz="quarter" idx="40" hasCustomPrompt="1"/>
          </p:nvPr>
        </p:nvSpPr>
        <p:spPr>
          <a:xfrm>
            <a:off x="228600" y="712673"/>
            <a:ext cx="434340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3" name="Text Placeholder 2">
            <a:extLst>
              <a:ext uri="{FF2B5EF4-FFF2-40B4-BE49-F238E27FC236}">
                <a16:creationId xmlns:a16="http://schemas.microsoft.com/office/drawing/2014/main" id="{218EB7D0-7AE4-AA48-93F7-193A1229D2F5}"/>
              </a:ext>
            </a:extLst>
          </p:cNvPr>
          <p:cNvSpPr>
            <a:spLocks noGrp="1"/>
          </p:cNvSpPr>
          <p:nvPr>
            <p:ph type="body" sz="quarter" idx="41" hasCustomPrompt="1"/>
          </p:nvPr>
        </p:nvSpPr>
        <p:spPr>
          <a:xfrm>
            <a:off x="1530598" y="1898033"/>
            <a:ext cx="3032115" cy="1131085"/>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2" name="Text Placeholder 2">
            <a:extLst>
              <a:ext uri="{FF2B5EF4-FFF2-40B4-BE49-F238E27FC236}">
                <a16:creationId xmlns:a16="http://schemas.microsoft.com/office/drawing/2014/main" id="{8BCB215A-5B20-0743-94E0-557154D24C87}"/>
              </a:ext>
            </a:extLst>
          </p:cNvPr>
          <p:cNvSpPr>
            <a:spLocks noGrp="1"/>
          </p:cNvSpPr>
          <p:nvPr>
            <p:ph type="body" sz="quarter" idx="42" hasCustomPrompt="1"/>
          </p:nvPr>
        </p:nvSpPr>
        <p:spPr>
          <a:xfrm>
            <a:off x="7613401" y="1898033"/>
            <a:ext cx="3048000" cy="113108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smtClean="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A6D80D71-9424-2F44-B162-5999A7873AA4}"/>
              </a:ext>
            </a:extLst>
          </p:cNvPr>
          <p:cNvSpPr>
            <a:spLocks noGrp="1"/>
          </p:cNvSpPr>
          <p:nvPr>
            <p:ph type="body" sz="quarter" idx="43" hasCustomPrompt="1"/>
          </p:nvPr>
        </p:nvSpPr>
        <p:spPr>
          <a:xfrm>
            <a:off x="1530598" y="5370528"/>
            <a:ext cx="3032115" cy="1154224"/>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4DF379A3-1D0F-1E45-8702-288974609B71}"/>
              </a:ext>
            </a:extLst>
          </p:cNvPr>
          <p:cNvSpPr>
            <a:spLocks noGrp="1"/>
          </p:cNvSpPr>
          <p:nvPr>
            <p:ph type="body" sz="quarter" idx="45" hasCustomPrompt="1"/>
          </p:nvPr>
        </p:nvSpPr>
        <p:spPr>
          <a:xfrm>
            <a:off x="1530598" y="3605453"/>
            <a:ext cx="3032115" cy="113108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9D971439-FB54-6C49-B07B-45920EDEFC8D}"/>
              </a:ext>
            </a:extLst>
          </p:cNvPr>
          <p:cNvSpPr>
            <a:spLocks noGrp="1"/>
          </p:cNvSpPr>
          <p:nvPr>
            <p:ph type="body" sz="quarter" idx="46" hasCustomPrompt="1"/>
          </p:nvPr>
        </p:nvSpPr>
        <p:spPr>
          <a:xfrm>
            <a:off x="7613401" y="3605453"/>
            <a:ext cx="3048000" cy="113108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8342C412-BD69-3649-A5ED-2A84EE7FAB31}"/>
              </a:ext>
            </a:extLst>
          </p:cNvPr>
          <p:cNvSpPr>
            <a:spLocks noGrp="1"/>
          </p:cNvSpPr>
          <p:nvPr>
            <p:ph type="body" sz="quarter" idx="47" hasCustomPrompt="1"/>
          </p:nvPr>
        </p:nvSpPr>
        <p:spPr>
          <a:xfrm>
            <a:off x="7613401" y="5360876"/>
            <a:ext cx="3048000" cy="1154224"/>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2" name="Text Placeholder 13">
            <a:extLst>
              <a:ext uri="{FF2B5EF4-FFF2-40B4-BE49-F238E27FC236}">
                <a16:creationId xmlns:a16="http://schemas.microsoft.com/office/drawing/2014/main" id="{0038B1A7-E95E-3C4D-8B65-1DC93655092F}"/>
              </a:ext>
            </a:extLst>
          </p:cNvPr>
          <p:cNvSpPr>
            <a:spLocks noGrp="1"/>
          </p:cNvSpPr>
          <p:nvPr>
            <p:ph type="body" sz="quarter" idx="48" hasCustomPrompt="1"/>
          </p:nvPr>
        </p:nvSpPr>
        <p:spPr>
          <a:xfrm>
            <a:off x="763349" y="1530058"/>
            <a:ext cx="670445" cy="441630"/>
          </a:xfrm>
          <a:prstGeom prst="rect">
            <a:avLst/>
          </a:prstGeom>
        </p:spPr>
        <p:txBody>
          <a:bodyPr lIns="0" tIns="0" rIns="0" bIns="0" anchor="ctr">
            <a:noAutofit/>
          </a:bodyPr>
          <a:lstStyle>
            <a:lvl1pPr marL="0" indent="0">
              <a:buFont typeface="Arial" panose="020B0604020202020204" pitchFamily="34" charset="0"/>
              <a:buNone/>
              <a:defRPr sz="3600" b="1" i="0">
                <a:ln>
                  <a:solidFill>
                    <a:schemeClr val="accent1"/>
                  </a:solidFill>
                </a:ln>
                <a:no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23" name="Text Placeholder 13">
            <a:extLst>
              <a:ext uri="{FF2B5EF4-FFF2-40B4-BE49-F238E27FC236}">
                <a16:creationId xmlns:a16="http://schemas.microsoft.com/office/drawing/2014/main" id="{D7FBA33F-457B-9A44-B7DB-E88B05396B3D}"/>
              </a:ext>
            </a:extLst>
          </p:cNvPr>
          <p:cNvSpPr>
            <a:spLocks noGrp="1"/>
          </p:cNvSpPr>
          <p:nvPr>
            <p:ph type="body" sz="quarter" idx="49" hasCustomPrompt="1"/>
          </p:nvPr>
        </p:nvSpPr>
        <p:spPr>
          <a:xfrm>
            <a:off x="763349" y="3261753"/>
            <a:ext cx="670445" cy="441630"/>
          </a:xfrm>
          <a:prstGeom prst="rect">
            <a:avLst/>
          </a:prstGeom>
        </p:spPr>
        <p:txBody>
          <a:bodyPr lIns="0" tIns="0" rIns="0" bIns="0" anchor="ctr">
            <a:noAutofit/>
          </a:bodyPr>
          <a:lstStyle>
            <a:lvl1pPr marL="0" indent="0">
              <a:buFont typeface="Arial" panose="020B0604020202020204" pitchFamily="34" charset="0"/>
              <a:buNone/>
              <a:defRPr sz="3600" b="1" i="0">
                <a:ln>
                  <a:solidFill>
                    <a:schemeClr val="accent1"/>
                  </a:solidFill>
                </a:ln>
                <a:no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24" name="Text Placeholder 13">
            <a:extLst>
              <a:ext uri="{FF2B5EF4-FFF2-40B4-BE49-F238E27FC236}">
                <a16:creationId xmlns:a16="http://schemas.microsoft.com/office/drawing/2014/main" id="{3EACCA0E-54DF-5545-8611-264EC0B9B273}"/>
              </a:ext>
            </a:extLst>
          </p:cNvPr>
          <p:cNvSpPr>
            <a:spLocks noGrp="1"/>
          </p:cNvSpPr>
          <p:nvPr>
            <p:ph type="body" sz="quarter" idx="50" hasCustomPrompt="1"/>
          </p:nvPr>
        </p:nvSpPr>
        <p:spPr>
          <a:xfrm>
            <a:off x="763349" y="5001541"/>
            <a:ext cx="670445" cy="441630"/>
          </a:xfrm>
          <a:prstGeom prst="rect">
            <a:avLst/>
          </a:prstGeom>
        </p:spPr>
        <p:txBody>
          <a:bodyPr lIns="0" tIns="0" rIns="0" bIns="0" anchor="ctr">
            <a:noAutofit/>
          </a:bodyPr>
          <a:lstStyle>
            <a:lvl1pPr marL="0" indent="0">
              <a:buFont typeface="Arial" panose="020B0604020202020204" pitchFamily="34" charset="0"/>
              <a:buNone/>
              <a:defRPr sz="3600" b="1" i="0">
                <a:ln>
                  <a:solidFill>
                    <a:schemeClr val="accent1"/>
                  </a:solidFill>
                </a:ln>
                <a:no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27" name="Text Placeholder 13">
            <a:extLst>
              <a:ext uri="{FF2B5EF4-FFF2-40B4-BE49-F238E27FC236}">
                <a16:creationId xmlns:a16="http://schemas.microsoft.com/office/drawing/2014/main" id="{4DB0FA13-C54A-684F-944E-EAE89AF8521F}"/>
              </a:ext>
            </a:extLst>
          </p:cNvPr>
          <p:cNvSpPr>
            <a:spLocks noGrp="1"/>
          </p:cNvSpPr>
          <p:nvPr>
            <p:ph type="body" sz="quarter" idx="51" hasCustomPrompt="1"/>
          </p:nvPr>
        </p:nvSpPr>
        <p:spPr>
          <a:xfrm>
            <a:off x="6856651" y="1530058"/>
            <a:ext cx="670445" cy="441630"/>
          </a:xfrm>
          <a:prstGeom prst="rect">
            <a:avLst/>
          </a:prstGeom>
        </p:spPr>
        <p:txBody>
          <a:bodyPr lIns="0" tIns="0" rIns="0" bIns="0" anchor="ctr">
            <a:noAutofit/>
          </a:bodyPr>
          <a:lstStyle>
            <a:lvl1pPr marL="0" indent="0">
              <a:buFont typeface="Arial" panose="020B0604020202020204" pitchFamily="34" charset="0"/>
              <a:buNone/>
              <a:defRPr sz="3600" b="1" i="0">
                <a:ln>
                  <a:solidFill>
                    <a:schemeClr val="accent1"/>
                  </a:solidFill>
                </a:ln>
                <a:no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29" name="Text Placeholder 13">
            <a:extLst>
              <a:ext uri="{FF2B5EF4-FFF2-40B4-BE49-F238E27FC236}">
                <a16:creationId xmlns:a16="http://schemas.microsoft.com/office/drawing/2014/main" id="{2A9471F6-7209-B74C-93EE-ADE8EE5C3E26}"/>
              </a:ext>
            </a:extLst>
          </p:cNvPr>
          <p:cNvSpPr>
            <a:spLocks noGrp="1"/>
          </p:cNvSpPr>
          <p:nvPr>
            <p:ph type="body" sz="quarter" idx="52" hasCustomPrompt="1"/>
          </p:nvPr>
        </p:nvSpPr>
        <p:spPr>
          <a:xfrm>
            <a:off x="6856651" y="3261753"/>
            <a:ext cx="670445" cy="441630"/>
          </a:xfrm>
          <a:prstGeom prst="rect">
            <a:avLst/>
          </a:prstGeom>
        </p:spPr>
        <p:txBody>
          <a:bodyPr lIns="0" tIns="0" rIns="0" bIns="0" anchor="ctr">
            <a:noAutofit/>
          </a:bodyPr>
          <a:lstStyle>
            <a:lvl1pPr marL="0" indent="0">
              <a:buFont typeface="Arial" panose="020B0604020202020204" pitchFamily="34" charset="0"/>
              <a:buNone/>
              <a:defRPr sz="3600" b="1" i="0">
                <a:ln>
                  <a:solidFill>
                    <a:schemeClr val="accent1"/>
                  </a:solidFill>
                </a:ln>
                <a:no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sp>
        <p:nvSpPr>
          <p:cNvPr id="36" name="Text Placeholder 13">
            <a:extLst>
              <a:ext uri="{FF2B5EF4-FFF2-40B4-BE49-F238E27FC236}">
                <a16:creationId xmlns:a16="http://schemas.microsoft.com/office/drawing/2014/main" id="{D290A8D4-25E0-2A4A-A5BB-4F9AC29D1ECE}"/>
              </a:ext>
            </a:extLst>
          </p:cNvPr>
          <p:cNvSpPr>
            <a:spLocks noGrp="1"/>
          </p:cNvSpPr>
          <p:nvPr>
            <p:ph type="body" sz="quarter" idx="53" hasCustomPrompt="1"/>
          </p:nvPr>
        </p:nvSpPr>
        <p:spPr>
          <a:xfrm>
            <a:off x="6856651" y="5001541"/>
            <a:ext cx="670445" cy="441630"/>
          </a:xfrm>
          <a:prstGeom prst="rect">
            <a:avLst/>
          </a:prstGeom>
        </p:spPr>
        <p:txBody>
          <a:bodyPr lIns="0" tIns="0" rIns="0" bIns="0" anchor="ctr">
            <a:noAutofit/>
          </a:bodyPr>
          <a:lstStyle>
            <a:lvl1pPr marL="0" indent="0">
              <a:buFont typeface="Arial" panose="020B0604020202020204" pitchFamily="34" charset="0"/>
              <a:buNone/>
              <a:defRPr sz="3600" b="1" i="0">
                <a:ln>
                  <a:solidFill>
                    <a:schemeClr val="accent1"/>
                  </a:solidFill>
                </a:ln>
                <a:no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p>
        </p:txBody>
      </p:sp>
      <p:pic>
        <p:nvPicPr>
          <p:cNvPr id="2" name="Picture 1">
            <a:extLst>
              <a:ext uri="{FF2B5EF4-FFF2-40B4-BE49-F238E27FC236}">
                <a16:creationId xmlns:a16="http://schemas.microsoft.com/office/drawing/2014/main" id="{16C6DCCC-2A5B-22F8-0854-2D0E48D7E42D}"/>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46946449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Text Two Columns">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C470976-FFAD-FF4D-88C0-372D1E35504C}"/>
              </a:ext>
            </a:extLst>
          </p:cNvPr>
          <p:cNvCxnSpPr>
            <a:cxnSpLocks/>
          </p:cNvCxnSpPr>
          <p:nvPr userDrawn="1"/>
        </p:nvCxnSpPr>
        <p:spPr>
          <a:xfrm>
            <a:off x="6096000" y="1506526"/>
            <a:ext cx="4563627" cy="0"/>
          </a:xfrm>
          <a:prstGeom prst="line">
            <a:avLst/>
          </a:prstGeom>
          <a:ln>
            <a:solidFill>
              <a:schemeClr val="accent1"/>
            </a:solidFill>
          </a:ln>
        </p:spPr>
        <p:style>
          <a:lnRef idx="1">
            <a:schemeClr val="accent3"/>
          </a:lnRef>
          <a:fillRef idx="0">
            <a:schemeClr val="accent3"/>
          </a:fillRef>
          <a:effectRef idx="0">
            <a:schemeClr val="accent3"/>
          </a:effectRef>
          <a:fontRef idx="minor">
            <a:schemeClr val="tx1"/>
          </a:fontRef>
        </p:style>
      </p:cxnSp>
      <p:sp>
        <p:nvSpPr>
          <p:cNvPr id="20" name="Text Placeholder 4">
            <a:extLst>
              <a:ext uri="{FF2B5EF4-FFF2-40B4-BE49-F238E27FC236}">
                <a16:creationId xmlns:a16="http://schemas.microsoft.com/office/drawing/2014/main" id="{516F41D2-B2DC-6149-9C04-C0436A0B5999}"/>
              </a:ext>
            </a:extLst>
          </p:cNvPr>
          <p:cNvSpPr>
            <a:spLocks noGrp="1"/>
          </p:cNvSpPr>
          <p:nvPr>
            <p:ph type="body" sz="quarter" idx="16" hasCustomPrompt="1"/>
          </p:nvPr>
        </p:nvSpPr>
        <p:spPr>
          <a:xfrm>
            <a:off x="228600" y="1655115"/>
            <a:ext cx="5410200" cy="3526486"/>
          </a:xfrm>
          <a:prstGeom prst="rect">
            <a:avLst/>
          </a:prstGeom>
        </p:spPr>
        <p:txBody>
          <a:bodyPr lIns="0" tIns="0" rIns="0" bIns="0">
            <a:noAutofit/>
          </a:bodyPr>
          <a:lstStyle>
            <a:lvl1pPr marL="0" indent="0">
              <a:buNone/>
              <a:defRPr sz="3200" b="0" i="0">
                <a:solidFill>
                  <a:srgbClr val="FF462D"/>
                </a:solidFill>
                <a:latin typeface="TWK Everett" panose="020B0204000000000000" pitchFamily="34" charset="77"/>
              </a:defRPr>
            </a:lvl1pPr>
          </a:lstStyle>
          <a:p>
            <a:pPr lvl="0"/>
            <a:r>
              <a:rPr lang="en-US"/>
              <a:t>Add body text here–Lorem ipsum dolor sit </a:t>
            </a:r>
            <a:r>
              <a:rPr lang="en-US" err="1"/>
              <a:t>amet</a:t>
            </a:r>
            <a:r>
              <a:rPr lang="en-US"/>
              <a:t>, </a:t>
            </a:r>
            <a:r>
              <a:rPr lang="en-US" err="1"/>
              <a:t>consectetur</a:t>
            </a:r>
            <a:r>
              <a:rPr lang="en-US"/>
              <a:t> </a:t>
            </a:r>
            <a:r>
              <a:rPr lang="en-US" err="1"/>
              <a:t>adipiscing</a:t>
            </a:r>
            <a:r>
              <a:rPr lang="en-US"/>
              <a:t> </a:t>
            </a:r>
            <a:r>
              <a:rPr lang="en-US" err="1"/>
              <a:t>elit</a:t>
            </a:r>
            <a:endParaRPr lang="en-US"/>
          </a:p>
        </p:txBody>
      </p:sp>
      <p:sp>
        <p:nvSpPr>
          <p:cNvPr id="10" name="Slide Number Placeholder 5">
            <a:extLst>
              <a:ext uri="{FF2B5EF4-FFF2-40B4-BE49-F238E27FC236}">
                <a16:creationId xmlns:a16="http://schemas.microsoft.com/office/drawing/2014/main" id="{50AAAA15-AAFD-3441-81B3-29C7FC7F81C9}"/>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7" name="Title 1">
            <a:extLst>
              <a:ext uri="{FF2B5EF4-FFF2-40B4-BE49-F238E27FC236}">
                <a16:creationId xmlns:a16="http://schemas.microsoft.com/office/drawing/2014/main" id="{83E462E2-8F77-744A-9EA3-B06C21622FA2}"/>
              </a:ext>
            </a:extLst>
          </p:cNvPr>
          <p:cNvSpPr>
            <a:spLocks noGrp="1"/>
          </p:cNvSpPr>
          <p:nvPr>
            <p:ph type="title" hasCustomPrompt="1"/>
          </p:nvPr>
        </p:nvSpPr>
        <p:spPr>
          <a:xfrm>
            <a:off x="228599" y="293125"/>
            <a:ext cx="4343165"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18" name="Text Placeholder 57">
            <a:extLst>
              <a:ext uri="{FF2B5EF4-FFF2-40B4-BE49-F238E27FC236}">
                <a16:creationId xmlns:a16="http://schemas.microsoft.com/office/drawing/2014/main" id="{5CB77C58-1442-CD4F-B09A-E4C3C0A4BF3E}"/>
              </a:ext>
            </a:extLst>
          </p:cNvPr>
          <p:cNvSpPr>
            <a:spLocks noGrp="1"/>
          </p:cNvSpPr>
          <p:nvPr>
            <p:ph type="body" sz="quarter" idx="40" hasCustomPrompt="1"/>
          </p:nvPr>
        </p:nvSpPr>
        <p:spPr>
          <a:xfrm>
            <a:off x="228600" y="712673"/>
            <a:ext cx="434340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5" name="Text Placeholder 2">
            <a:extLst>
              <a:ext uri="{FF2B5EF4-FFF2-40B4-BE49-F238E27FC236}">
                <a16:creationId xmlns:a16="http://schemas.microsoft.com/office/drawing/2014/main" id="{D0323FFB-0571-EE48-AB6D-FD97A544B1C5}"/>
              </a:ext>
            </a:extLst>
          </p:cNvPr>
          <p:cNvSpPr>
            <a:spLocks noGrp="1"/>
          </p:cNvSpPr>
          <p:nvPr>
            <p:ph type="body" sz="quarter" idx="30" hasCustomPrompt="1"/>
          </p:nvPr>
        </p:nvSpPr>
        <p:spPr>
          <a:xfrm>
            <a:off x="6096000" y="1683598"/>
            <a:ext cx="5867400" cy="3498002"/>
          </a:xfrm>
        </p:spPr>
        <p:txBody>
          <a:bodyPr/>
          <a:lstStyle>
            <a:lvl1pPr>
              <a:defRPr sz="1600">
                <a:solidFill>
                  <a:srgbClr val="3D3C3C"/>
                </a:solidFill>
              </a:defRPr>
            </a:lvl1pPr>
            <a:lvl2pPr>
              <a:defRPr sz="1600">
                <a:solidFill>
                  <a:srgbClr val="3D3C3C"/>
                </a:solidFill>
              </a:defRPr>
            </a:lvl2pPr>
            <a:lvl3pPr marL="742950" indent="-228600">
              <a:buFont typeface="Courier New" panose="02070309020205020404" pitchFamily="49" charset="0"/>
              <a:buChar char="o"/>
              <a:tabLst/>
              <a:defRPr sz="1600">
                <a:solidFill>
                  <a:srgbClr val="3D3C3C"/>
                </a:solidFill>
              </a:defRPr>
            </a:lvl3pPr>
            <a:lvl4pPr>
              <a:defRPr sz="1600">
                <a:solidFill>
                  <a:srgbClr val="3D3C3C"/>
                </a:solidFill>
              </a:defRPr>
            </a:lvl4pPr>
            <a:lvl5pPr>
              <a:defRPr sz="16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D98DB5FA-520B-76C3-F962-B67586118A58}"/>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469501191"/>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 3 Images">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9BF4555-FDB8-1741-8569-DDC432C60ECC}"/>
              </a:ext>
            </a:extLst>
          </p:cNvPr>
          <p:cNvSpPr>
            <a:spLocks noGrp="1"/>
          </p:cNvSpPr>
          <p:nvPr>
            <p:ph type="pic" sz="quarter" idx="40" hasCustomPrompt="1"/>
          </p:nvPr>
        </p:nvSpPr>
        <p:spPr>
          <a:xfrm>
            <a:off x="228600" y="342900"/>
            <a:ext cx="5638800" cy="3390901"/>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44" name="Text Placeholder 4">
            <a:extLst>
              <a:ext uri="{FF2B5EF4-FFF2-40B4-BE49-F238E27FC236}">
                <a16:creationId xmlns:a16="http://schemas.microsoft.com/office/drawing/2014/main" id="{B809A16B-1C7C-2047-87C8-57441110C29F}"/>
              </a:ext>
            </a:extLst>
          </p:cNvPr>
          <p:cNvSpPr>
            <a:spLocks noGrp="1"/>
          </p:cNvSpPr>
          <p:nvPr>
            <p:ph type="body" sz="quarter" idx="16" hasCustomPrompt="1"/>
          </p:nvPr>
        </p:nvSpPr>
        <p:spPr>
          <a:xfrm>
            <a:off x="228600" y="4103402"/>
            <a:ext cx="5638800" cy="1382998"/>
          </a:xfrm>
          <a:prstGeom prst="rect">
            <a:avLst/>
          </a:prstGeom>
        </p:spPr>
        <p:txBody>
          <a:bodyPr lIns="0" tIns="0" rIns="0" bIns="0">
            <a:noAutofit/>
          </a:bodyPr>
          <a:lstStyle>
            <a:lvl1pPr marL="0" indent="0">
              <a:buNone/>
              <a:defRPr sz="3200" b="0" i="0">
                <a:solidFill>
                  <a:schemeClr val="accent1"/>
                </a:solidFill>
                <a:latin typeface="TWK Everett" panose="020B0204000000000000" pitchFamily="34" charset="77"/>
              </a:defRPr>
            </a:lvl1pPr>
          </a:lstStyle>
          <a:p>
            <a:pPr lvl="0"/>
            <a:r>
              <a:rPr lang="en-US"/>
              <a:t>Add body text here–Lorem ipsum dolor.</a:t>
            </a:r>
          </a:p>
        </p:txBody>
      </p:sp>
      <p:sp>
        <p:nvSpPr>
          <p:cNvPr id="11" name="Picture Placeholder 3">
            <a:extLst>
              <a:ext uri="{FF2B5EF4-FFF2-40B4-BE49-F238E27FC236}">
                <a16:creationId xmlns:a16="http://schemas.microsoft.com/office/drawing/2014/main" id="{96910279-9442-8E4A-A6CD-DB04454EB188}"/>
              </a:ext>
            </a:extLst>
          </p:cNvPr>
          <p:cNvSpPr>
            <a:spLocks noGrp="1"/>
          </p:cNvSpPr>
          <p:nvPr>
            <p:ph type="pic" sz="quarter" idx="41" hasCustomPrompt="1"/>
          </p:nvPr>
        </p:nvSpPr>
        <p:spPr>
          <a:xfrm>
            <a:off x="6324600" y="342900"/>
            <a:ext cx="2590800" cy="3390901"/>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9" name="Slide Number Placeholder 5">
            <a:extLst>
              <a:ext uri="{FF2B5EF4-FFF2-40B4-BE49-F238E27FC236}">
                <a16:creationId xmlns:a16="http://schemas.microsoft.com/office/drawing/2014/main" id="{EF60A5AE-250D-4E49-B021-1C521BCDC50C}"/>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3" name="Picture Placeholder 3">
            <a:extLst>
              <a:ext uri="{FF2B5EF4-FFF2-40B4-BE49-F238E27FC236}">
                <a16:creationId xmlns:a16="http://schemas.microsoft.com/office/drawing/2014/main" id="{5B66687D-5BC4-3E4E-A68A-2BDE83E23A85}"/>
              </a:ext>
            </a:extLst>
          </p:cNvPr>
          <p:cNvSpPr>
            <a:spLocks noGrp="1"/>
          </p:cNvSpPr>
          <p:nvPr>
            <p:ph type="pic" sz="quarter" idx="43" hasCustomPrompt="1"/>
          </p:nvPr>
        </p:nvSpPr>
        <p:spPr>
          <a:xfrm>
            <a:off x="9367205" y="342900"/>
            <a:ext cx="2590800" cy="3390901"/>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4" name="Text Placeholder 2">
            <a:extLst>
              <a:ext uri="{FF2B5EF4-FFF2-40B4-BE49-F238E27FC236}">
                <a16:creationId xmlns:a16="http://schemas.microsoft.com/office/drawing/2014/main" id="{B8521467-5A4D-DC4C-8410-4F4BA6EC8F21}"/>
              </a:ext>
            </a:extLst>
          </p:cNvPr>
          <p:cNvSpPr>
            <a:spLocks noGrp="1"/>
          </p:cNvSpPr>
          <p:nvPr>
            <p:ph type="body" sz="quarter" idx="47" hasCustomPrompt="1"/>
          </p:nvPr>
        </p:nvSpPr>
        <p:spPr>
          <a:xfrm>
            <a:off x="6329995" y="4103402"/>
            <a:ext cx="2590800" cy="1386505"/>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8BCD9262-AFB5-7745-9C49-6EED75D3C688}"/>
              </a:ext>
            </a:extLst>
          </p:cNvPr>
          <p:cNvSpPr>
            <a:spLocks noGrp="1"/>
          </p:cNvSpPr>
          <p:nvPr>
            <p:ph type="body" sz="quarter" idx="48" hasCustomPrompt="1"/>
          </p:nvPr>
        </p:nvSpPr>
        <p:spPr>
          <a:xfrm>
            <a:off x="9380692" y="4103402"/>
            <a:ext cx="2590800" cy="1386505"/>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B9334840-2F42-35CA-6F2D-7165B8921A73}"/>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84309714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Right Image">
    <p:spTree>
      <p:nvGrpSpPr>
        <p:cNvPr id="1" name=""/>
        <p:cNvGrpSpPr/>
        <p:nvPr/>
      </p:nvGrpSpPr>
      <p:grpSpPr>
        <a:xfrm>
          <a:off x="0" y="0"/>
          <a:ext cx="0" cy="0"/>
          <a:chOff x="0" y="0"/>
          <a:chExt cx="0" cy="0"/>
        </a:xfrm>
      </p:grpSpPr>
      <p:sp>
        <p:nvSpPr>
          <p:cNvPr id="15" name="Picture Placeholder 5">
            <a:extLst>
              <a:ext uri="{FF2B5EF4-FFF2-40B4-BE49-F238E27FC236}">
                <a16:creationId xmlns:a16="http://schemas.microsoft.com/office/drawing/2014/main" id="{A4E6BBF2-7781-E343-B49D-D33BA3D3968C}"/>
              </a:ext>
            </a:extLst>
          </p:cNvPr>
          <p:cNvSpPr>
            <a:spLocks noGrp="1"/>
          </p:cNvSpPr>
          <p:nvPr>
            <p:ph type="pic" sz="quarter" idx="28" hasCustomPrompt="1"/>
          </p:nvPr>
        </p:nvSpPr>
        <p:spPr>
          <a:xfrm>
            <a:off x="6096000" y="0"/>
            <a:ext cx="6098650" cy="68580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1" name="Slide Number Placeholder 5">
            <a:extLst>
              <a:ext uri="{FF2B5EF4-FFF2-40B4-BE49-F238E27FC236}">
                <a16:creationId xmlns:a16="http://schemas.microsoft.com/office/drawing/2014/main" id="{9A3519CA-86F6-E148-960A-96BA7CBB5652}"/>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7" name="Title 1">
            <a:extLst>
              <a:ext uri="{FF2B5EF4-FFF2-40B4-BE49-F238E27FC236}">
                <a16:creationId xmlns:a16="http://schemas.microsoft.com/office/drawing/2014/main" id="{ABBF34B6-3693-EF41-9961-F50D8ABFD780}"/>
              </a:ext>
            </a:extLst>
          </p:cNvPr>
          <p:cNvSpPr>
            <a:spLocks noGrp="1"/>
          </p:cNvSpPr>
          <p:nvPr>
            <p:ph type="title" hasCustomPrompt="1"/>
          </p:nvPr>
        </p:nvSpPr>
        <p:spPr>
          <a:xfrm>
            <a:off x="228599" y="293125"/>
            <a:ext cx="4343165"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18" name="Text Placeholder 57">
            <a:extLst>
              <a:ext uri="{FF2B5EF4-FFF2-40B4-BE49-F238E27FC236}">
                <a16:creationId xmlns:a16="http://schemas.microsoft.com/office/drawing/2014/main" id="{077D9E05-0750-E841-960C-4644D2EF082E}"/>
              </a:ext>
            </a:extLst>
          </p:cNvPr>
          <p:cNvSpPr>
            <a:spLocks noGrp="1"/>
          </p:cNvSpPr>
          <p:nvPr>
            <p:ph type="body" sz="quarter" idx="40" hasCustomPrompt="1"/>
          </p:nvPr>
        </p:nvSpPr>
        <p:spPr>
          <a:xfrm>
            <a:off x="228600" y="712673"/>
            <a:ext cx="434340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19" name="Text Placeholder 2">
            <a:extLst>
              <a:ext uri="{FF2B5EF4-FFF2-40B4-BE49-F238E27FC236}">
                <a16:creationId xmlns:a16="http://schemas.microsoft.com/office/drawing/2014/main" id="{E77FBE84-FF3D-CA4E-A263-492C77082FEF}"/>
              </a:ext>
            </a:extLst>
          </p:cNvPr>
          <p:cNvSpPr>
            <a:spLocks noGrp="1"/>
          </p:cNvSpPr>
          <p:nvPr>
            <p:ph type="body" sz="quarter" idx="30" hasCustomPrompt="1"/>
          </p:nvPr>
        </p:nvSpPr>
        <p:spPr>
          <a:xfrm>
            <a:off x="228600" y="1522864"/>
            <a:ext cx="5638800" cy="3658735"/>
          </a:xfrm>
        </p:spPr>
        <p:txBody>
          <a:bodyPr/>
          <a:lstStyle>
            <a:lvl1pPr>
              <a:defRPr sz="1600">
                <a:solidFill>
                  <a:srgbClr val="3D3C3C"/>
                </a:solidFill>
              </a:defRPr>
            </a:lvl1pPr>
            <a:lvl2pPr>
              <a:defRPr sz="1600">
                <a:solidFill>
                  <a:srgbClr val="3D3C3C"/>
                </a:solidFill>
              </a:defRPr>
            </a:lvl2pPr>
            <a:lvl3pPr marL="754063" indent="-239713">
              <a:buFont typeface="Courier New" panose="02070309020205020404" pitchFamily="49" charset="0"/>
              <a:buChar char="o"/>
              <a:tabLst/>
              <a:defRPr sz="1600">
                <a:solidFill>
                  <a:srgbClr val="3D3C3C"/>
                </a:solidFill>
              </a:defRPr>
            </a:lvl3pPr>
            <a:lvl4pPr>
              <a:defRPr sz="1600">
                <a:solidFill>
                  <a:srgbClr val="3D3C3C"/>
                </a:solidFill>
              </a:defRPr>
            </a:lvl4pPr>
            <a:lvl5pPr>
              <a:defRPr sz="16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9DE2AC77-1937-766D-306F-7FAEBCE325E5}"/>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762535294"/>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ight Column w Image">
    <p:spTree>
      <p:nvGrpSpPr>
        <p:cNvPr id="1" name=""/>
        <p:cNvGrpSpPr/>
        <p:nvPr/>
      </p:nvGrpSpPr>
      <p:grpSpPr>
        <a:xfrm>
          <a:off x="0" y="0"/>
          <a:ext cx="0" cy="0"/>
          <a:chOff x="0" y="0"/>
          <a:chExt cx="0" cy="0"/>
        </a:xfrm>
      </p:grpSpPr>
      <p:sp>
        <p:nvSpPr>
          <p:cNvPr id="15" name="Picture Placeholder 5">
            <a:extLst>
              <a:ext uri="{FF2B5EF4-FFF2-40B4-BE49-F238E27FC236}">
                <a16:creationId xmlns:a16="http://schemas.microsoft.com/office/drawing/2014/main" id="{A4E6BBF2-7781-E343-B49D-D33BA3D3968C}"/>
              </a:ext>
            </a:extLst>
          </p:cNvPr>
          <p:cNvSpPr>
            <a:spLocks noGrp="1"/>
          </p:cNvSpPr>
          <p:nvPr>
            <p:ph type="pic" sz="quarter" idx="28" hasCustomPrompt="1"/>
          </p:nvPr>
        </p:nvSpPr>
        <p:spPr>
          <a:xfrm>
            <a:off x="6096000" y="0"/>
            <a:ext cx="6098650" cy="68580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1" name="Slide Number Placeholder 5">
            <a:extLst>
              <a:ext uri="{FF2B5EF4-FFF2-40B4-BE49-F238E27FC236}">
                <a16:creationId xmlns:a16="http://schemas.microsoft.com/office/drawing/2014/main" id="{9A3519CA-86F6-E148-960A-96BA7CBB5652}"/>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7" name="Title 1">
            <a:extLst>
              <a:ext uri="{FF2B5EF4-FFF2-40B4-BE49-F238E27FC236}">
                <a16:creationId xmlns:a16="http://schemas.microsoft.com/office/drawing/2014/main" id="{ABBF34B6-3693-EF41-9961-F50D8ABFD780}"/>
              </a:ext>
            </a:extLst>
          </p:cNvPr>
          <p:cNvSpPr>
            <a:spLocks noGrp="1"/>
          </p:cNvSpPr>
          <p:nvPr>
            <p:ph type="title" hasCustomPrompt="1"/>
          </p:nvPr>
        </p:nvSpPr>
        <p:spPr>
          <a:xfrm>
            <a:off x="228599" y="293125"/>
            <a:ext cx="4343165"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18" name="Text Placeholder 57">
            <a:extLst>
              <a:ext uri="{FF2B5EF4-FFF2-40B4-BE49-F238E27FC236}">
                <a16:creationId xmlns:a16="http://schemas.microsoft.com/office/drawing/2014/main" id="{077D9E05-0750-E841-960C-4644D2EF082E}"/>
              </a:ext>
            </a:extLst>
          </p:cNvPr>
          <p:cNvSpPr>
            <a:spLocks noGrp="1"/>
          </p:cNvSpPr>
          <p:nvPr>
            <p:ph type="body" sz="quarter" idx="40" hasCustomPrompt="1"/>
          </p:nvPr>
        </p:nvSpPr>
        <p:spPr>
          <a:xfrm>
            <a:off x="228600" y="712673"/>
            <a:ext cx="434340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19" name="Text Placeholder 2">
            <a:extLst>
              <a:ext uri="{FF2B5EF4-FFF2-40B4-BE49-F238E27FC236}">
                <a16:creationId xmlns:a16="http://schemas.microsoft.com/office/drawing/2014/main" id="{E77FBE84-FF3D-CA4E-A263-492C77082FEF}"/>
              </a:ext>
            </a:extLst>
          </p:cNvPr>
          <p:cNvSpPr>
            <a:spLocks noGrp="1"/>
          </p:cNvSpPr>
          <p:nvPr>
            <p:ph type="body" sz="quarter" idx="30" hasCustomPrompt="1"/>
          </p:nvPr>
        </p:nvSpPr>
        <p:spPr>
          <a:xfrm>
            <a:off x="228600" y="1522864"/>
            <a:ext cx="2590800" cy="3658735"/>
          </a:xfrm>
        </p:spPr>
        <p:txBody>
          <a:bodyPr/>
          <a:lstStyle>
            <a:lvl1pPr>
              <a:defRPr sz="1600">
                <a:solidFill>
                  <a:srgbClr val="3D3C3C"/>
                </a:solidFill>
              </a:defRPr>
            </a:lvl1pPr>
            <a:lvl2pPr>
              <a:defRPr sz="1600">
                <a:solidFill>
                  <a:srgbClr val="3D3C3C"/>
                </a:solidFill>
              </a:defRPr>
            </a:lvl2pPr>
            <a:lvl3pPr marL="754063" indent="-239713">
              <a:buFont typeface="Courier New" panose="02070309020205020404" pitchFamily="49" charset="0"/>
              <a:buChar char="o"/>
              <a:tabLst/>
              <a:defRPr sz="1600">
                <a:solidFill>
                  <a:srgbClr val="3D3C3C"/>
                </a:solidFill>
              </a:defRPr>
            </a:lvl3pPr>
            <a:lvl4pPr>
              <a:defRPr sz="1600">
                <a:solidFill>
                  <a:srgbClr val="3D3C3C"/>
                </a:solidFill>
              </a:defRPr>
            </a:lvl4pPr>
            <a:lvl5pPr>
              <a:defRPr sz="16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65B3D50F-8A60-FE4D-B79F-87494D7256E3}"/>
              </a:ext>
            </a:extLst>
          </p:cNvPr>
          <p:cNvSpPr>
            <a:spLocks noGrp="1"/>
          </p:cNvSpPr>
          <p:nvPr>
            <p:ph type="body" sz="quarter" idx="41" hasCustomPrompt="1"/>
          </p:nvPr>
        </p:nvSpPr>
        <p:spPr>
          <a:xfrm>
            <a:off x="3276600" y="1522864"/>
            <a:ext cx="2590800" cy="3658735"/>
          </a:xfrm>
        </p:spPr>
        <p:txBody>
          <a:bodyPr/>
          <a:lstStyle>
            <a:lvl1pPr>
              <a:defRPr sz="1600">
                <a:solidFill>
                  <a:srgbClr val="3D3C3C"/>
                </a:solidFill>
              </a:defRPr>
            </a:lvl1pPr>
            <a:lvl2pPr>
              <a:defRPr sz="1600">
                <a:solidFill>
                  <a:srgbClr val="3D3C3C"/>
                </a:solidFill>
              </a:defRPr>
            </a:lvl2pPr>
            <a:lvl3pPr marL="754063" indent="-239713">
              <a:buFont typeface="Courier New" panose="02070309020205020404" pitchFamily="49" charset="0"/>
              <a:buChar char="o"/>
              <a:tabLst/>
              <a:defRPr sz="1600">
                <a:solidFill>
                  <a:srgbClr val="3D3C3C"/>
                </a:solidFill>
              </a:defRPr>
            </a:lvl3pPr>
            <a:lvl4pPr>
              <a:defRPr sz="1600">
                <a:solidFill>
                  <a:srgbClr val="3D3C3C"/>
                </a:solidFill>
              </a:defRPr>
            </a:lvl4pPr>
            <a:lvl5pPr>
              <a:defRPr sz="16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A1A814B9-7AA2-B5BB-EF3C-FD87BDB31B7C}"/>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71931666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 5/8 Image on Righ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257A07E-BDA3-564B-83D2-65A079B34E0F}"/>
              </a:ext>
            </a:extLst>
          </p:cNvPr>
          <p:cNvSpPr>
            <a:spLocks noGrp="1"/>
          </p:cNvSpPr>
          <p:nvPr>
            <p:ph type="pic" sz="quarter" idx="28" hasCustomPrompt="1"/>
          </p:nvPr>
        </p:nvSpPr>
        <p:spPr>
          <a:xfrm>
            <a:off x="4572000" y="0"/>
            <a:ext cx="7620001" cy="68580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1" name="Slide Number Placeholder 5">
            <a:extLst>
              <a:ext uri="{FF2B5EF4-FFF2-40B4-BE49-F238E27FC236}">
                <a16:creationId xmlns:a16="http://schemas.microsoft.com/office/drawing/2014/main" id="{812B99E8-4214-D34A-9777-9881FE3AAF64}"/>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6" name="Title 1">
            <a:extLst>
              <a:ext uri="{FF2B5EF4-FFF2-40B4-BE49-F238E27FC236}">
                <a16:creationId xmlns:a16="http://schemas.microsoft.com/office/drawing/2014/main" id="{89C5ED5A-85E8-1949-97FD-5763222807C4}"/>
              </a:ext>
            </a:extLst>
          </p:cNvPr>
          <p:cNvSpPr>
            <a:spLocks noGrp="1"/>
          </p:cNvSpPr>
          <p:nvPr>
            <p:ph type="title" hasCustomPrompt="1"/>
          </p:nvPr>
        </p:nvSpPr>
        <p:spPr>
          <a:xfrm>
            <a:off x="228599" y="293125"/>
            <a:ext cx="4135057"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17" name="Text Placeholder 57">
            <a:extLst>
              <a:ext uri="{FF2B5EF4-FFF2-40B4-BE49-F238E27FC236}">
                <a16:creationId xmlns:a16="http://schemas.microsoft.com/office/drawing/2014/main" id="{76AFAA7E-B539-7E4A-83D2-34621A7B4E0C}"/>
              </a:ext>
            </a:extLst>
          </p:cNvPr>
          <p:cNvSpPr>
            <a:spLocks noGrp="1"/>
          </p:cNvSpPr>
          <p:nvPr>
            <p:ph type="body" sz="quarter" idx="40" hasCustomPrompt="1"/>
          </p:nvPr>
        </p:nvSpPr>
        <p:spPr>
          <a:xfrm>
            <a:off x="228600" y="712673"/>
            <a:ext cx="4135281"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18" name="Text Placeholder 2">
            <a:extLst>
              <a:ext uri="{FF2B5EF4-FFF2-40B4-BE49-F238E27FC236}">
                <a16:creationId xmlns:a16="http://schemas.microsoft.com/office/drawing/2014/main" id="{6BC99E50-AF54-4A43-BD6F-CE5EA52E5ABA}"/>
              </a:ext>
            </a:extLst>
          </p:cNvPr>
          <p:cNvSpPr>
            <a:spLocks noGrp="1"/>
          </p:cNvSpPr>
          <p:nvPr>
            <p:ph type="body" sz="quarter" idx="30" hasCustomPrompt="1"/>
          </p:nvPr>
        </p:nvSpPr>
        <p:spPr>
          <a:xfrm>
            <a:off x="228600" y="1527048"/>
            <a:ext cx="4135055" cy="4113767"/>
          </a:xfrm>
        </p:spPr>
        <p:txBody>
          <a:bodyPr/>
          <a:lstStyle>
            <a:lvl1pPr>
              <a:defRPr sz="1400">
                <a:solidFill>
                  <a:srgbClr val="3D3C3C"/>
                </a:solidFill>
              </a:defRPr>
            </a:lvl1pPr>
            <a:lvl2pPr>
              <a:defRPr sz="1400">
                <a:solidFill>
                  <a:srgbClr val="3D3C3C"/>
                </a:solidFill>
              </a:defRPr>
            </a:lvl2pPr>
            <a:lvl3pPr marL="754063" indent="-227013">
              <a:buFont typeface="Courier New" panose="02070309020205020404" pitchFamily="49" charset="0"/>
              <a:buChar char="o"/>
              <a:tabLst/>
              <a:defRPr sz="1400">
                <a:solidFill>
                  <a:srgbClr val="3D3C3C"/>
                </a:solidFill>
              </a:defRPr>
            </a:lvl3pPr>
            <a:lvl4pPr>
              <a:defRPr sz="1400">
                <a:solidFill>
                  <a:srgbClr val="3D3C3C"/>
                </a:solidFill>
              </a:defRPr>
            </a:lvl4pPr>
            <a:lvl5pPr>
              <a:defRPr sz="14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56E33CC6-9943-A301-7E6F-163CC5510AD4}"/>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86518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Sections Content Spring Green">
    <p:bg>
      <p:bgPr>
        <a:solidFill>
          <a:schemeClr val="accent4"/>
        </a:solidFill>
        <a:effectLst/>
      </p:bgPr>
    </p:bg>
    <p:spTree>
      <p:nvGrpSpPr>
        <p:cNvPr id="1" name=""/>
        <p:cNvGrpSpPr/>
        <p:nvPr/>
      </p:nvGrpSpPr>
      <p:grpSpPr>
        <a:xfrm>
          <a:off x="0" y="0"/>
          <a:ext cx="0" cy="0"/>
          <a:chOff x="0" y="0"/>
          <a:chExt cx="0" cy="0"/>
        </a:xfrm>
      </p:grpSpPr>
      <p:sp>
        <p:nvSpPr>
          <p:cNvPr id="28" name="Text Placeholder 13">
            <a:extLst>
              <a:ext uri="{FF2B5EF4-FFF2-40B4-BE49-F238E27FC236}">
                <a16:creationId xmlns:a16="http://schemas.microsoft.com/office/drawing/2014/main" id="{99586EBE-3DF0-4A48-9605-33B0222C81C7}"/>
              </a:ext>
            </a:extLst>
          </p:cNvPr>
          <p:cNvSpPr>
            <a:spLocks noGrp="1"/>
          </p:cNvSpPr>
          <p:nvPr>
            <p:ph type="body" sz="quarter" idx="19" hasCustomPrompt="1"/>
          </p:nvPr>
        </p:nvSpPr>
        <p:spPr>
          <a:xfrm>
            <a:off x="228601" y="3531004"/>
            <a:ext cx="4343163" cy="225357"/>
          </a:xfrm>
          <a:prstGeom prst="rect">
            <a:avLst/>
          </a:prstGeom>
        </p:spPr>
        <p:txBody>
          <a:bodyPr lIns="0" tIns="0" rIns="0" bIns="0">
            <a:noAutofit/>
          </a:bodyPr>
          <a:lstStyle>
            <a:lvl1pPr marL="0" indent="0">
              <a:lnSpc>
                <a:spcPct val="100000"/>
              </a:lnSpc>
              <a:buNone/>
              <a:defRPr sz="1400" b="1" i="0">
                <a:solidFill>
                  <a:schemeClr val="tx2"/>
                </a:solidFill>
                <a:latin typeface="TWK Everett" panose="020B0204000000000000" pitchFamily="34"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Subheading</a:t>
            </a:r>
          </a:p>
        </p:txBody>
      </p:sp>
      <p:sp>
        <p:nvSpPr>
          <p:cNvPr id="30" name="Text Placeholder 4">
            <a:extLst>
              <a:ext uri="{FF2B5EF4-FFF2-40B4-BE49-F238E27FC236}">
                <a16:creationId xmlns:a16="http://schemas.microsoft.com/office/drawing/2014/main" id="{3EB15DC8-43BC-BE49-B6EF-CCEAB5A7B9D6}"/>
              </a:ext>
            </a:extLst>
          </p:cNvPr>
          <p:cNvSpPr>
            <a:spLocks noGrp="1"/>
          </p:cNvSpPr>
          <p:nvPr>
            <p:ph type="body" sz="quarter" idx="24" hasCustomPrompt="1"/>
          </p:nvPr>
        </p:nvSpPr>
        <p:spPr>
          <a:xfrm>
            <a:off x="228600" y="3874293"/>
            <a:ext cx="4343163" cy="2145507"/>
          </a:xfrm>
          <a:prstGeom prst="rect">
            <a:avLst/>
          </a:prstGeom>
        </p:spPr>
        <p:txBody>
          <a:bodyPr lIns="0" tIns="0" rIns="0" bIns="0">
            <a:noAutofit/>
          </a:bodyPr>
          <a:lstStyle>
            <a:lvl1pPr marL="0" indent="0">
              <a:lnSpc>
                <a:spcPct val="100000"/>
              </a:lnSpc>
              <a:buNone/>
              <a:defRPr sz="3200" b="0" i="0">
                <a:solidFill>
                  <a:schemeClr val="tx2"/>
                </a:solidFill>
                <a:latin typeface="TWK Everett" panose="020B0204000000000000" pitchFamily="34" charset="77"/>
              </a:defRPr>
            </a:lvl1pPr>
          </a:lstStyle>
          <a:p>
            <a:pPr lvl="0"/>
            <a:r>
              <a:rPr lang="en-US"/>
              <a:t>Add body text here–Lorem ipsum dolor sit </a:t>
            </a:r>
            <a:r>
              <a:rPr lang="en-US" err="1"/>
              <a:t>amet</a:t>
            </a:r>
            <a:r>
              <a:rPr lang="en-US"/>
              <a:t>, </a:t>
            </a:r>
            <a:r>
              <a:rPr lang="en-US" err="1"/>
              <a:t>consectetur</a:t>
            </a:r>
            <a:endParaRPr lang="en-US"/>
          </a:p>
        </p:txBody>
      </p:sp>
      <p:sp>
        <p:nvSpPr>
          <p:cNvPr id="13" name="Rectangle 12">
            <a:extLst>
              <a:ext uri="{FF2B5EF4-FFF2-40B4-BE49-F238E27FC236}">
                <a16:creationId xmlns:a16="http://schemas.microsoft.com/office/drawing/2014/main" id="{C10663F8-A1AE-2C4B-9A48-4DC0DDE9DDC1}"/>
              </a:ext>
            </a:extLst>
          </p:cNvPr>
          <p:cNvSpPr/>
          <p:nvPr userDrawn="1"/>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MX" b="0" i="0">
              <a:latin typeface="TWK Everett" panose="020B0204000000000000" pitchFamily="34" charset="77"/>
            </a:endParaRPr>
          </a:p>
        </p:txBody>
      </p:sp>
      <p:sp>
        <p:nvSpPr>
          <p:cNvPr id="21" name="Text Placeholder 4">
            <a:extLst>
              <a:ext uri="{FF2B5EF4-FFF2-40B4-BE49-F238E27FC236}">
                <a16:creationId xmlns:a16="http://schemas.microsoft.com/office/drawing/2014/main" id="{2A3D4230-D22E-2F44-A0BD-23E529977844}"/>
              </a:ext>
            </a:extLst>
          </p:cNvPr>
          <p:cNvSpPr>
            <a:spLocks noGrp="1"/>
          </p:cNvSpPr>
          <p:nvPr>
            <p:ph type="body" sz="quarter" idx="16" hasCustomPrompt="1"/>
          </p:nvPr>
        </p:nvSpPr>
        <p:spPr>
          <a:xfrm>
            <a:off x="228600" y="1326747"/>
            <a:ext cx="4343164" cy="1986644"/>
          </a:xfrm>
          <a:prstGeom prst="rect">
            <a:avLst/>
          </a:prstGeom>
        </p:spPr>
        <p:txBody>
          <a:bodyPr lIns="0" tIns="0" rIns="0" bIns="0">
            <a:noAutofit/>
          </a:bodyPr>
          <a:lstStyle>
            <a:lvl1pPr marL="0" indent="0">
              <a:lnSpc>
                <a:spcPct val="100000"/>
              </a:lnSpc>
              <a:buNone/>
              <a:defRPr sz="3200" b="0" i="0">
                <a:solidFill>
                  <a:schemeClr val="tx2"/>
                </a:solidFill>
                <a:latin typeface="TWK Everett" panose="020B0204000000000000" pitchFamily="34" charset="77"/>
              </a:defRPr>
            </a:lvl1pPr>
          </a:lstStyle>
          <a:p>
            <a:pPr lvl="0"/>
            <a:r>
              <a:rPr lang="en-US"/>
              <a:t>Add body text here–Lorem ipsum dolor sit </a:t>
            </a:r>
            <a:r>
              <a:rPr lang="en-US" err="1"/>
              <a:t>amet</a:t>
            </a:r>
            <a:endParaRPr lang="en-US"/>
          </a:p>
        </p:txBody>
      </p:sp>
      <p:sp>
        <p:nvSpPr>
          <p:cNvPr id="15" name="Slide Number Placeholder 5">
            <a:extLst>
              <a:ext uri="{FF2B5EF4-FFF2-40B4-BE49-F238E27FC236}">
                <a16:creationId xmlns:a16="http://schemas.microsoft.com/office/drawing/2014/main" id="{A1B9FD7A-B5E1-4141-8848-C6EABDA80CEC}"/>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6" name="Title 1">
            <a:extLst>
              <a:ext uri="{FF2B5EF4-FFF2-40B4-BE49-F238E27FC236}">
                <a16:creationId xmlns:a16="http://schemas.microsoft.com/office/drawing/2014/main" id="{D19B553B-0E15-8547-8BE4-242A40F754D2}"/>
              </a:ext>
            </a:extLst>
          </p:cNvPr>
          <p:cNvSpPr>
            <a:spLocks noGrp="1"/>
          </p:cNvSpPr>
          <p:nvPr>
            <p:ph type="title" hasCustomPrompt="1"/>
          </p:nvPr>
        </p:nvSpPr>
        <p:spPr>
          <a:xfrm>
            <a:off x="228599" y="295815"/>
            <a:ext cx="5638801" cy="281078"/>
          </a:xfrm>
        </p:spPr>
        <p:txBody>
          <a:bodyPr>
            <a:noAutofit/>
          </a:bodyPr>
          <a:lstStyle>
            <a:lvl1pPr>
              <a:lnSpc>
                <a:spcPct val="100000"/>
              </a:lnSpc>
              <a:defRPr sz="2400" b="0" i="0">
                <a:solidFill>
                  <a:schemeClr val="tx2"/>
                </a:solidFill>
                <a:latin typeface="TWK Everett" panose="020B0204000000000000" pitchFamily="34" charset="77"/>
              </a:defRPr>
            </a:lvl1pPr>
          </a:lstStyle>
          <a:p>
            <a:r>
              <a:rPr lang="en-US"/>
              <a:t>Add heading here</a:t>
            </a:r>
          </a:p>
        </p:txBody>
      </p:sp>
      <p:sp>
        <p:nvSpPr>
          <p:cNvPr id="17" name="Text Placeholder 57">
            <a:extLst>
              <a:ext uri="{FF2B5EF4-FFF2-40B4-BE49-F238E27FC236}">
                <a16:creationId xmlns:a16="http://schemas.microsoft.com/office/drawing/2014/main" id="{D453A100-A460-8F49-926F-6E6645E187B1}"/>
              </a:ext>
            </a:extLst>
          </p:cNvPr>
          <p:cNvSpPr>
            <a:spLocks noGrp="1"/>
          </p:cNvSpPr>
          <p:nvPr>
            <p:ph type="body" sz="quarter" idx="26" hasCustomPrompt="1"/>
          </p:nvPr>
        </p:nvSpPr>
        <p:spPr>
          <a:xfrm>
            <a:off x="228600" y="714071"/>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chemeClr val="tx2"/>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19" name="Text Placeholder 2">
            <a:extLst>
              <a:ext uri="{FF2B5EF4-FFF2-40B4-BE49-F238E27FC236}">
                <a16:creationId xmlns:a16="http://schemas.microsoft.com/office/drawing/2014/main" id="{0E80175B-880D-EE4E-85E9-D291C5BA9AA5}"/>
              </a:ext>
            </a:extLst>
          </p:cNvPr>
          <p:cNvSpPr>
            <a:spLocks noGrp="1"/>
          </p:cNvSpPr>
          <p:nvPr>
            <p:ph type="body" sz="quarter" idx="49" hasCustomPrompt="1"/>
          </p:nvPr>
        </p:nvSpPr>
        <p:spPr>
          <a:xfrm>
            <a:off x="6329995" y="1521303"/>
            <a:ext cx="5641840" cy="4498497"/>
          </a:xfrm>
        </p:spPr>
        <p:txBody>
          <a:bodyPr/>
          <a:lstStyle>
            <a:lvl1pPr>
              <a:defRPr sz="1600"/>
            </a:lvl1pPr>
            <a:lvl2pPr>
              <a:defRPr sz="1600"/>
            </a:lvl2pPr>
            <a:lvl3pPr marL="800100" indent="-285750">
              <a:defRPr lang="en-US" sz="16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600"/>
            </a:lvl4pPr>
            <a:lvl5pPr>
              <a:defRPr sz="1600"/>
            </a:lvl5pPr>
          </a:lstStyle>
          <a:p>
            <a:pPr lvl="0"/>
            <a:r>
              <a:rPr lang="en-US"/>
              <a:t>Add body text</a:t>
            </a:r>
          </a:p>
          <a:p>
            <a:pPr lvl="1"/>
            <a:r>
              <a:rPr lang="en-US"/>
              <a:t>Second level</a:t>
            </a:r>
          </a:p>
          <a:p>
            <a:pPr marL="754063" lvl="2" indent="-2397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8B52936-2256-4FD9-DC00-DCF9724C6D6D}"/>
              </a:ext>
            </a:extLst>
          </p:cNvPr>
          <p:cNvPicPr>
            <a:picLocks noChangeAspect="1"/>
          </p:cNvPicPr>
          <p:nvPr userDrawn="1"/>
        </p:nvPicPr>
        <p:blipFill>
          <a:blip r:embed="rId2"/>
          <a:stretch>
            <a:fillRect/>
          </a:stretch>
        </p:blipFill>
        <p:spPr>
          <a:xfrm>
            <a:off x="233401" y="6344685"/>
            <a:ext cx="723467" cy="227941"/>
          </a:xfrm>
          <a:prstGeom prst="rect">
            <a:avLst/>
          </a:prstGeom>
        </p:spPr>
      </p:pic>
    </p:spTree>
    <p:extLst>
      <p:ext uri="{BB962C8B-B14F-4D97-AF65-F5344CB8AC3E}">
        <p14:creationId xmlns:p14="http://schemas.microsoft.com/office/powerpoint/2010/main" val="203597802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lumn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5B7000-1525-9D40-B881-051F187F6406}"/>
              </a:ext>
            </a:extLst>
          </p:cNvPr>
          <p:cNvSpPr/>
          <p:nvPr userDrawn="1"/>
        </p:nvSpPr>
        <p:spPr>
          <a:xfrm>
            <a:off x="9143999" y="0"/>
            <a:ext cx="3048001" cy="68580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MX" b="0" i="0">
              <a:latin typeface="TWK Everett" panose="020B0204000000000000" pitchFamily="34" charset="77"/>
            </a:endParaRPr>
          </a:p>
        </p:txBody>
      </p:sp>
      <p:sp>
        <p:nvSpPr>
          <p:cNvPr id="20" name="Text Placeholder 11">
            <a:extLst>
              <a:ext uri="{FF2B5EF4-FFF2-40B4-BE49-F238E27FC236}">
                <a16:creationId xmlns:a16="http://schemas.microsoft.com/office/drawing/2014/main" id="{373A9760-9DB0-3E44-BA65-46626A8F9048}"/>
              </a:ext>
            </a:extLst>
          </p:cNvPr>
          <p:cNvSpPr>
            <a:spLocks noGrp="1"/>
          </p:cNvSpPr>
          <p:nvPr>
            <p:ph type="body" sz="quarter" idx="19" hasCustomPrompt="1"/>
          </p:nvPr>
        </p:nvSpPr>
        <p:spPr>
          <a:xfrm>
            <a:off x="228600" y="1534188"/>
            <a:ext cx="4114799" cy="323492"/>
          </a:xfrm>
          <a:prstGeom prst="rect">
            <a:avLst/>
          </a:prstGeom>
        </p:spPr>
        <p:txBody>
          <a:bodyPr lIns="0" tIns="0" rIns="0" bIns="0">
            <a:noAutofit/>
          </a:bodyPr>
          <a:lstStyle>
            <a:lvl1pPr marL="0" indent="0" algn="l">
              <a:lnSpc>
                <a:spcPct val="100000"/>
              </a:lnSpc>
              <a:buFont typeface="Arial" panose="020B0604020202020204" pitchFamily="34" charset="0"/>
              <a:buNone/>
              <a:defRPr sz="1400" b="1" i="0" spc="0">
                <a:solidFill>
                  <a:schemeClr val="accent1"/>
                </a:solidFill>
                <a:latin typeface="TWK Everett" panose="020B0204000000000000" pitchFamily="34"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marL="228600" lvl="0" indent="-228600">
              <a:spcBef>
                <a:spcPct val="0"/>
              </a:spcBef>
            </a:pPr>
            <a:r>
              <a:rPr lang="en-US"/>
              <a:t>Subheading</a:t>
            </a:r>
          </a:p>
        </p:txBody>
      </p:sp>
      <p:sp>
        <p:nvSpPr>
          <p:cNvPr id="12" name="Slide Number Placeholder 5">
            <a:extLst>
              <a:ext uri="{FF2B5EF4-FFF2-40B4-BE49-F238E27FC236}">
                <a16:creationId xmlns:a16="http://schemas.microsoft.com/office/drawing/2014/main" id="{7C910DDF-AB17-C149-9180-790A86F06AD4}"/>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22" name="Text Placeholder 2">
            <a:extLst>
              <a:ext uri="{FF2B5EF4-FFF2-40B4-BE49-F238E27FC236}">
                <a16:creationId xmlns:a16="http://schemas.microsoft.com/office/drawing/2014/main" id="{011CD3D8-86B6-9E42-A92C-E3853CE7DEB0}"/>
              </a:ext>
            </a:extLst>
          </p:cNvPr>
          <p:cNvSpPr>
            <a:spLocks noGrp="1"/>
          </p:cNvSpPr>
          <p:nvPr>
            <p:ph type="body" sz="quarter" idx="49" hasCustomPrompt="1"/>
          </p:nvPr>
        </p:nvSpPr>
        <p:spPr>
          <a:xfrm>
            <a:off x="228600" y="1943101"/>
            <a:ext cx="4114800" cy="4076700"/>
          </a:xfrm>
        </p:spPr>
        <p:txBody>
          <a:bodyPr/>
          <a:lstStyle>
            <a:lvl1pPr>
              <a:defRPr sz="1600"/>
            </a:lvl1pPr>
            <a:lvl2pPr>
              <a:defRPr sz="1600"/>
            </a:lvl2pPr>
            <a:lvl3pPr marL="800100" indent="-285750">
              <a:defRPr lang="en-US" sz="16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600"/>
            </a:lvl4pPr>
            <a:lvl5pPr>
              <a:defRPr sz="1600"/>
            </a:lvl5pPr>
          </a:lstStyle>
          <a:p>
            <a:pPr lvl="0"/>
            <a:r>
              <a:rPr lang="en-US"/>
              <a:t>Add body text</a:t>
            </a:r>
          </a:p>
          <a:p>
            <a:pPr lvl="1"/>
            <a:r>
              <a:rPr lang="en-US"/>
              <a:t>Second level</a:t>
            </a:r>
          </a:p>
          <a:p>
            <a:pPr marL="754063" lvl="2" indent="-2397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3" name="Text Placeholder 2">
            <a:extLst>
              <a:ext uri="{FF2B5EF4-FFF2-40B4-BE49-F238E27FC236}">
                <a16:creationId xmlns:a16="http://schemas.microsoft.com/office/drawing/2014/main" id="{5019070F-D07D-5A43-82D3-8B5D5C73380A}"/>
              </a:ext>
            </a:extLst>
          </p:cNvPr>
          <p:cNvSpPr>
            <a:spLocks noGrp="1"/>
          </p:cNvSpPr>
          <p:nvPr>
            <p:ph type="body" sz="quarter" idx="50" hasCustomPrompt="1"/>
          </p:nvPr>
        </p:nvSpPr>
        <p:spPr>
          <a:xfrm>
            <a:off x="4800600" y="1943101"/>
            <a:ext cx="4114800" cy="4076700"/>
          </a:xfrm>
        </p:spPr>
        <p:txBody>
          <a:bodyPr/>
          <a:lstStyle>
            <a:lvl1pPr>
              <a:defRPr sz="1600"/>
            </a:lvl1pPr>
            <a:lvl2pPr>
              <a:defRPr sz="1600"/>
            </a:lvl2pPr>
            <a:lvl3pPr marL="800100" indent="-285750">
              <a:defRPr lang="en-US" sz="16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600"/>
            </a:lvl4pPr>
            <a:lvl5pPr>
              <a:defRPr sz="1600"/>
            </a:lvl5pPr>
          </a:lstStyle>
          <a:p>
            <a:pPr lvl="0"/>
            <a:r>
              <a:rPr lang="en-US"/>
              <a:t>Add body text</a:t>
            </a:r>
          </a:p>
          <a:p>
            <a:pPr lvl="1"/>
            <a:r>
              <a:rPr lang="en-US"/>
              <a:t>Second level</a:t>
            </a:r>
          </a:p>
          <a:p>
            <a:pPr marL="754063" lvl="2" indent="-2397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AC7D98CE-AED7-0044-B0AC-A73C2D22EE37}"/>
              </a:ext>
            </a:extLst>
          </p:cNvPr>
          <p:cNvSpPr>
            <a:spLocks noGrp="1"/>
          </p:cNvSpPr>
          <p:nvPr>
            <p:ph type="body" sz="quarter" idx="51" hasCustomPrompt="1"/>
          </p:nvPr>
        </p:nvSpPr>
        <p:spPr>
          <a:xfrm>
            <a:off x="9380692" y="1943101"/>
            <a:ext cx="2582708" cy="4076700"/>
          </a:xfrm>
        </p:spPr>
        <p:txBody>
          <a:bodyPr/>
          <a:lstStyle>
            <a:lvl1pPr>
              <a:defRPr sz="1200"/>
            </a:lvl1pPr>
            <a:lvl2pPr>
              <a:defRPr sz="1200"/>
            </a:lvl2pPr>
            <a:lvl3pPr marL="690563" indent="-163513">
              <a:buFont typeface="Courier New" panose="02070309020205020404" pitchFamily="49" charset="0"/>
              <a:buChar char="o"/>
              <a:tabLst/>
              <a:defRPr sz="1200"/>
            </a:lvl3pPr>
            <a:lvl4pPr>
              <a:defRPr sz="1200"/>
            </a:lvl4pPr>
            <a:lvl5pPr>
              <a:defRPr sz="1200"/>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9AA48CA4-03D3-41D1-985F-8A6131B22B0C}"/>
              </a:ext>
            </a:extLst>
          </p:cNvPr>
          <p:cNvSpPr>
            <a:spLocks noGrp="1"/>
          </p:cNvSpPr>
          <p:nvPr>
            <p:ph type="title" hasCustomPrompt="1"/>
          </p:nvPr>
        </p:nvSpPr>
        <p:spPr>
          <a:xfrm>
            <a:off x="228599" y="294477"/>
            <a:ext cx="86868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13" name="Text Placeholder 57">
            <a:extLst>
              <a:ext uri="{FF2B5EF4-FFF2-40B4-BE49-F238E27FC236}">
                <a16:creationId xmlns:a16="http://schemas.microsoft.com/office/drawing/2014/main" id="{7661925A-A314-4EC5-8001-2296B870FFAD}"/>
              </a:ext>
            </a:extLst>
          </p:cNvPr>
          <p:cNvSpPr>
            <a:spLocks noGrp="1"/>
          </p:cNvSpPr>
          <p:nvPr>
            <p:ph type="body" sz="quarter" idx="40" hasCustomPrompt="1"/>
          </p:nvPr>
        </p:nvSpPr>
        <p:spPr>
          <a:xfrm>
            <a:off x="228599" y="714025"/>
            <a:ext cx="8686799"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3" name="Picture 2">
            <a:extLst>
              <a:ext uri="{FF2B5EF4-FFF2-40B4-BE49-F238E27FC236}">
                <a16:creationId xmlns:a16="http://schemas.microsoft.com/office/drawing/2014/main" id="{9E4AB656-47BB-7294-3232-458F00F1B332}"/>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2793993652"/>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15:guide id="1" pos="3024">
          <p15:clr>
            <a:srgbClr val="FBAE40"/>
          </p15:clr>
        </p15:guide>
        <p15:guide id="2" pos="2736">
          <p15:clr>
            <a:srgbClr val="FBAE40"/>
          </p15:clr>
        </p15:guide>
        <p15:guide id="3" orient="horz" pos="1224">
          <p15:clr>
            <a:srgbClr val="FBAE40"/>
          </p15:clr>
        </p15:guide>
        <p15:guide id="4" orient="horz" pos="93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 4 Icon Layout Re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CF9618-9267-2348-BF4F-29AC15DD8C77}"/>
              </a:ext>
            </a:extLst>
          </p:cNvPr>
          <p:cNvSpPr/>
          <p:nvPr userDrawn="1"/>
        </p:nvSpPr>
        <p:spPr>
          <a:xfrm>
            <a:off x="0" y="0"/>
            <a:ext cx="3048000" cy="6858000"/>
          </a:xfrm>
          <a:prstGeom prst="rect">
            <a:avLst/>
          </a:prstGeom>
          <a:solidFill>
            <a:srgbClr val="297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latin typeface="TWK Everett" panose="020B0204000000000000" pitchFamily="34" charset="77"/>
            </a:endParaRPr>
          </a:p>
        </p:txBody>
      </p:sp>
      <p:sp>
        <p:nvSpPr>
          <p:cNvPr id="21" name="Slide Number Placeholder 5">
            <a:extLst>
              <a:ext uri="{FF2B5EF4-FFF2-40B4-BE49-F238E27FC236}">
                <a16:creationId xmlns:a16="http://schemas.microsoft.com/office/drawing/2014/main" id="{DB726F07-4F06-3D41-BCD9-7EF1FEC154F3}"/>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31" name="Title 1">
            <a:extLst>
              <a:ext uri="{FF2B5EF4-FFF2-40B4-BE49-F238E27FC236}">
                <a16:creationId xmlns:a16="http://schemas.microsoft.com/office/drawing/2014/main" id="{45F3A209-F7B5-B342-A7C7-36235F4BE336}"/>
              </a:ext>
            </a:extLst>
          </p:cNvPr>
          <p:cNvSpPr>
            <a:spLocks noGrp="1"/>
          </p:cNvSpPr>
          <p:nvPr>
            <p:ph type="title" hasCustomPrompt="1"/>
          </p:nvPr>
        </p:nvSpPr>
        <p:spPr>
          <a:xfrm>
            <a:off x="228599" y="300387"/>
            <a:ext cx="2819401" cy="281078"/>
          </a:xfrm>
        </p:spPr>
        <p:txBody>
          <a:bodyPr>
            <a:noAutofit/>
          </a:bodyPr>
          <a:lstStyle>
            <a:lvl1pPr>
              <a:lnSpc>
                <a:spcPct val="100000"/>
              </a:lnSpc>
              <a:defRPr sz="2400" b="0" i="0">
                <a:solidFill>
                  <a:schemeClr val="bg1"/>
                </a:solidFill>
                <a:latin typeface="TWK Everett" panose="020B0204000000000000" pitchFamily="34" charset="77"/>
              </a:defRPr>
            </a:lvl1pPr>
          </a:lstStyle>
          <a:p>
            <a:r>
              <a:rPr lang="en-US"/>
              <a:t>Add heading here</a:t>
            </a:r>
          </a:p>
        </p:txBody>
      </p:sp>
      <p:sp>
        <p:nvSpPr>
          <p:cNvPr id="32" name="Text Placeholder 57">
            <a:extLst>
              <a:ext uri="{FF2B5EF4-FFF2-40B4-BE49-F238E27FC236}">
                <a16:creationId xmlns:a16="http://schemas.microsoft.com/office/drawing/2014/main" id="{4C045D8E-03A8-8849-A250-8432BCFB999C}"/>
              </a:ext>
            </a:extLst>
          </p:cNvPr>
          <p:cNvSpPr>
            <a:spLocks noGrp="1"/>
          </p:cNvSpPr>
          <p:nvPr>
            <p:ph type="body" sz="quarter" idx="26" hasCustomPrompt="1"/>
          </p:nvPr>
        </p:nvSpPr>
        <p:spPr>
          <a:xfrm>
            <a:off x="228600" y="718643"/>
            <a:ext cx="2819554"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chemeClr val="bg1"/>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33" name="Text Placeholder 2">
            <a:extLst>
              <a:ext uri="{FF2B5EF4-FFF2-40B4-BE49-F238E27FC236}">
                <a16:creationId xmlns:a16="http://schemas.microsoft.com/office/drawing/2014/main" id="{D54D9701-B3F9-A644-8A44-320EA67A7F6A}"/>
              </a:ext>
            </a:extLst>
          </p:cNvPr>
          <p:cNvSpPr>
            <a:spLocks noGrp="1"/>
          </p:cNvSpPr>
          <p:nvPr>
            <p:ph type="body" sz="quarter" idx="49" hasCustomPrompt="1"/>
          </p:nvPr>
        </p:nvSpPr>
        <p:spPr>
          <a:xfrm>
            <a:off x="228600" y="1568173"/>
            <a:ext cx="2590800" cy="3637703"/>
          </a:xfrm>
        </p:spPr>
        <p:txBody>
          <a:bodyPr/>
          <a:lstStyle>
            <a:lvl1pPr>
              <a:buClr>
                <a:schemeClr val="bg1"/>
              </a:buClr>
              <a:defRPr sz="1200">
                <a:solidFill>
                  <a:schemeClr val="bg1"/>
                </a:solidFill>
              </a:defRPr>
            </a:lvl1pPr>
            <a:lvl2pPr>
              <a:buClr>
                <a:schemeClr val="bg1"/>
              </a:buClr>
              <a:defRPr sz="1200">
                <a:solidFill>
                  <a:schemeClr val="bg1"/>
                </a:solidFill>
              </a:defRPr>
            </a:lvl2pPr>
            <a:lvl3pPr marL="690563" indent="-163513">
              <a:buClr>
                <a:schemeClr val="bg1"/>
              </a:buClr>
              <a:buFont typeface="Courier New" panose="02070309020205020404" pitchFamily="49" charset="0"/>
              <a:buChar char="o"/>
              <a:tabLst/>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4F339EAA-15D9-414A-9F7F-D7E057F06797}"/>
              </a:ext>
            </a:extLst>
          </p:cNvPr>
          <p:cNvSpPr>
            <a:spLocks noGrp="1"/>
          </p:cNvSpPr>
          <p:nvPr>
            <p:ph type="body" sz="quarter" idx="50" hasCustomPrompt="1"/>
          </p:nvPr>
        </p:nvSpPr>
        <p:spPr>
          <a:xfrm>
            <a:off x="4580203" y="2566524"/>
            <a:ext cx="2540788" cy="838200"/>
          </a:xfrm>
        </p:spPr>
        <p:txBody>
          <a:bodyPr/>
          <a:lstStyle>
            <a:lvl1pPr>
              <a:defRPr sz="1200"/>
            </a:lvl1pPr>
            <a:lvl2pPr>
              <a:defRPr sz="1200"/>
            </a:lvl2pPr>
            <a:lvl3pPr>
              <a:defRPr sz="1200"/>
            </a:lvl3pPr>
            <a:lvl4pPr>
              <a:defRPr sz="1200"/>
            </a:lvl4pPr>
            <a:lvl5pPr>
              <a:defRPr sz="1200"/>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082F470-458B-B34A-B8B9-B570D23EC1FE}"/>
              </a:ext>
            </a:extLst>
          </p:cNvPr>
          <p:cNvSpPr>
            <a:spLocks noGrp="1"/>
          </p:cNvSpPr>
          <p:nvPr>
            <p:ph type="body" sz="quarter" idx="51" hasCustomPrompt="1"/>
          </p:nvPr>
        </p:nvSpPr>
        <p:spPr>
          <a:xfrm>
            <a:off x="7626854" y="2566524"/>
            <a:ext cx="2544834" cy="838200"/>
          </a:xfrm>
        </p:spPr>
        <p:txBody>
          <a:bodyPr/>
          <a:lstStyle>
            <a:lvl1pPr>
              <a:defRPr sz="1200"/>
            </a:lvl1pPr>
            <a:lvl2pPr>
              <a:defRPr sz="1200"/>
            </a:lvl2pPr>
            <a:lvl3pPr>
              <a:defRPr sz="1200"/>
            </a:lvl3pPr>
            <a:lvl4pPr>
              <a:defRPr sz="1200"/>
            </a:lvl4pPr>
            <a:lvl5pPr>
              <a:defRPr sz="1200"/>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798D4E62-3DC9-7D44-AD7A-1781F255E6BE}"/>
              </a:ext>
            </a:extLst>
          </p:cNvPr>
          <p:cNvSpPr>
            <a:spLocks noGrp="1"/>
          </p:cNvSpPr>
          <p:nvPr>
            <p:ph type="body" sz="quarter" idx="52" hasCustomPrompt="1"/>
          </p:nvPr>
        </p:nvSpPr>
        <p:spPr>
          <a:xfrm>
            <a:off x="4580203" y="5155975"/>
            <a:ext cx="2540788" cy="838200"/>
          </a:xfrm>
        </p:spPr>
        <p:txBody>
          <a:bodyPr/>
          <a:lstStyle>
            <a:lvl1pPr>
              <a:defRPr sz="1200"/>
            </a:lvl1pPr>
            <a:lvl2pPr>
              <a:defRPr sz="1200"/>
            </a:lvl2pPr>
            <a:lvl3pPr>
              <a:defRPr sz="1200"/>
            </a:lvl3pPr>
            <a:lvl4pPr>
              <a:defRPr sz="1200"/>
            </a:lvl4pPr>
            <a:lvl5pPr>
              <a:defRPr sz="1200"/>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FB3EFCC4-5FC2-654B-981B-03BE481BAA92}"/>
              </a:ext>
            </a:extLst>
          </p:cNvPr>
          <p:cNvSpPr>
            <a:spLocks noGrp="1"/>
          </p:cNvSpPr>
          <p:nvPr>
            <p:ph type="body" sz="quarter" idx="53" hasCustomPrompt="1"/>
          </p:nvPr>
        </p:nvSpPr>
        <p:spPr>
          <a:xfrm>
            <a:off x="7626854" y="5155975"/>
            <a:ext cx="2544834" cy="838200"/>
          </a:xfrm>
        </p:spPr>
        <p:txBody>
          <a:bodyPr/>
          <a:lstStyle>
            <a:lvl1pPr>
              <a:defRPr sz="1200"/>
            </a:lvl1pPr>
            <a:lvl2pPr>
              <a:defRPr sz="1200"/>
            </a:lvl2pPr>
            <a:lvl3pPr>
              <a:defRPr sz="1200"/>
            </a:lvl3pPr>
            <a:lvl4pPr>
              <a:defRPr sz="1200"/>
            </a:lvl4pPr>
            <a:lvl5pPr>
              <a:defRPr sz="1200"/>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2A569D77-6DDD-D242-ADD5-95CE612F0128}"/>
              </a:ext>
            </a:extLst>
          </p:cNvPr>
          <p:cNvSpPr>
            <a:spLocks noGrp="1"/>
          </p:cNvSpPr>
          <p:nvPr>
            <p:ph sz="quarter" idx="54" hasCustomPrompt="1"/>
          </p:nvPr>
        </p:nvSpPr>
        <p:spPr>
          <a:xfrm>
            <a:off x="4572000" y="876300"/>
            <a:ext cx="1524000" cy="1536700"/>
          </a:xfrm>
        </p:spPr>
        <p:txBody>
          <a:bodyPr/>
          <a:lstStyle>
            <a:lvl1pPr marL="0" indent="0">
              <a:buNone/>
              <a:defRPr sz="2400">
                <a:ln>
                  <a:solidFill>
                    <a:schemeClr val="tx2"/>
                  </a:solidFill>
                </a:ln>
                <a:noFill/>
              </a:defRPr>
            </a:lvl1pPr>
          </a:lstStyle>
          <a:p>
            <a:pPr lvl="0"/>
            <a:r>
              <a:rPr lang="en-US"/>
              <a:t>ADD ICON OR TEXT</a:t>
            </a:r>
          </a:p>
        </p:txBody>
      </p:sp>
      <p:sp>
        <p:nvSpPr>
          <p:cNvPr id="23" name="Content Placeholder 2">
            <a:extLst>
              <a:ext uri="{FF2B5EF4-FFF2-40B4-BE49-F238E27FC236}">
                <a16:creationId xmlns:a16="http://schemas.microsoft.com/office/drawing/2014/main" id="{651D57A5-E63F-804E-931C-2733A7925148}"/>
              </a:ext>
            </a:extLst>
          </p:cNvPr>
          <p:cNvSpPr>
            <a:spLocks noGrp="1"/>
          </p:cNvSpPr>
          <p:nvPr>
            <p:ph sz="quarter" idx="55" hasCustomPrompt="1"/>
          </p:nvPr>
        </p:nvSpPr>
        <p:spPr>
          <a:xfrm>
            <a:off x="7619999" y="876300"/>
            <a:ext cx="1526427" cy="1536700"/>
          </a:xfrm>
        </p:spPr>
        <p:txBody>
          <a:bodyPr/>
          <a:lstStyle>
            <a:lvl1pPr marL="0" indent="0">
              <a:buNone/>
              <a:defRPr sz="2400">
                <a:ln>
                  <a:solidFill>
                    <a:schemeClr val="tx2"/>
                  </a:solidFill>
                </a:ln>
                <a:noFill/>
              </a:defRPr>
            </a:lvl1pPr>
          </a:lstStyle>
          <a:p>
            <a:pPr lvl="0"/>
            <a:r>
              <a:rPr lang="en-US"/>
              <a:t>ADD ICON OR TEXT</a:t>
            </a:r>
          </a:p>
        </p:txBody>
      </p:sp>
      <p:sp>
        <p:nvSpPr>
          <p:cNvPr id="24" name="Content Placeholder 2">
            <a:extLst>
              <a:ext uri="{FF2B5EF4-FFF2-40B4-BE49-F238E27FC236}">
                <a16:creationId xmlns:a16="http://schemas.microsoft.com/office/drawing/2014/main" id="{98F05831-170C-B84C-BB32-E72C54C9FD28}"/>
              </a:ext>
            </a:extLst>
          </p:cNvPr>
          <p:cNvSpPr>
            <a:spLocks noGrp="1"/>
          </p:cNvSpPr>
          <p:nvPr>
            <p:ph sz="quarter" idx="56" hasCustomPrompt="1"/>
          </p:nvPr>
        </p:nvSpPr>
        <p:spPr>
          <a:xfrm>
            <a:off x="4572000" y="3506211"/>
            <a:ext cx="1524000" cy="1536700"/>
          </a:xfrm>
        </p:spPr>
        <p:txBody>
          <a:bodyPr/>
          <a:lstStyle>
            <a:lvl1pPr marL="0" indent="0">
              <a:buNone/>
              <a:defRPr sz="2400">
                <a:ln>
                  <a:solidFill>
                    <a:schemeClr val="tx2"/>
                  </a:solidFill>
                </a:ln>
                <a:noFill/>
              </a:defRPr>
            </a:lvl1pPr>
          </a:lstStyle>
          <a:p>
            <a:pPr lvl="0"/>
            <a:r>
              <a:rPr lang="en-US"/>
              <a:t>ADD ICON OR TEXT</a:t>
            </a:r>
          </a:p>
        </p:txBody>
      </p:sp>
      <p:sp>
        <p:nvSpPr>
          <p:cNvPr id="25" name="Content Placeholder 2">
            <a:extLst>
              <a:ext uri="{FF2B5EF4-FFF2-40B4-BE49-F238E27FC236}">
                <a16:creationId xmlns:a16="http://schemas.microsoft.com/office/drawing/2014/main" id="{61B459C8-66F6-334F-9830-45D99BE838E6}"/>
              </a:ext>
            </a:extLst>
          </p:cNvPr>
          <p:cNvSpPr>
            <a:spLocks noGrp="1"/>
          </p:cNvSpPr>
          <p:nvPr>
            <p:ph sz="quarter" idx="57" hasCustomPrompt="1"/>
          </p:nvPr>
        </p:nvSpPr>
        <p:spPr>
          <a:xfrm>
            <a:off x="7619999" y="3506211"/>
            <a:ext cx="1526427" cy="1536700"/>
          </a:xfrm>
        </p:spPr>
        <p:txBody>
          <a:bodyPr/>
          <a:lstStyle>
            <a:lvl1pPr marL="0" indent="0">
              <a:buNone/>
              <a:defRPr sz="2400">
                <a:ln>
                  <a:solidFill>
                    <a:schemeClr val="tx2"/>
                  </a:solidFill>
                </a:ln>
                <a:noFill/>
              </a:defRPr>
            </a:lvl1pPr>
          </a:lstStyle>
          <a:p>
            <a:pPr lvl="0"/>
            <a:r>
              <a:rPr lang="en-US"/>
              <a:t>ADD ICON OR TEXT</a:t>
            </a:r>
          </a:p>
        </p:txBody>
      </p:sp>
      <p:pic>
        <p:nvPicPr>
          <p:cNvPr id="2" name="Picture 1">
            <a:extLst>
              <a:ext uri="{FF2B5EF4-FFF2-40B4-BE49-F238E27FC236}">
                <a16:creationId xmlns:a16="http://schemas.microsoft.com/office/drawing/2014/main" id="{4BD0CA21-B11D-ECD2-7920-06EDA7264517}"/>
              </a:ext>
            </a:extLst>
          </p:cNvPr>
          <p:cNvPicPr>
            <a:picLocks noChangeAspect="1"/>
          </p:cNvPicPr>
          <p:nvPr userDrawn="1"/>
        </p:nvPicPr>
        <p:blipFill>
          <a:blip r:embed="rId2"/>
          <a:stretch>
            <a:fillRect/>
          </a:stretch>
        </p:blipFill>
        <p:spPr>
          <a:xfrm>
            <a:off x="233401" y="6344685"/>
            <a:ext cx="723467" cy="227941"/>
          </a:xfrm>
          <a:prstGeom prst="rect">
            <a:avLst/>
          </a:prstGeom>
        </p:spPr>
      </p:pic>
    </p:spTree>
    <p:extLst>
      <p:ext uri="{BB962C8B-B14F-4D97-AF65-F5344CB8AC3E}">
        <p14:creationId xmlns:p14="http://schemas.microsoft.com/office/powerpoint/2010/main" val="333421282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 Chart w Image">
    <p:bg>
      <p:bgPr>
        <a:solidFill>
          <a:srgbClr val="29707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102A00-847B-B048-9312-C9DCAE7F563D}"/>
              </a:ext>
            </a:extLst>
          </p:cNvPr>
          <p:cNvSpPr/>
          <p:nvPr userDrawn="1"/>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MX" b="0" i="0">
              <a:latin typeface="TWK Everett" panose="020B0204000000000000" pitchFamily="34" charset="77"/>
            </a:endParaRPr>
          </a:p>
        </p:txBody>
      </p:sp>
      <p:sp>
        <p:nvSpPr>
          <p:cNvPr id="21" name="Slide Number Placeholder 5">
            <a:extLst>
              <a:ext uri="{FF2B5EF4-FFF2-40B4-BE49-F238E27FC236}">
                <a16:creationId xmlns:a16="http://schemas.microsoft.com/office/drawing/2014/main" id="{DB726F07-4F06-3D41-BCD9-7EF1FEC154F3}"/>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31" name="Title 1">
            <a:extLst>
              <a:ext uri="{FF2B5EF4-FFF2-40B4-BE49-F238E27FC236}">
                <a16:creationId xmlns:a16="http://schemas.microsoft.com/office/drawing/2014/main" id="{45F3A209-F7B5-B342-A7C7-36235F4BE336}"/>
              </a:ext>
            </a:extLst>
          </p:cNvPr>
          <p:cNvSpPr>
            <a:spLocks noGrp="1"/>
          </p:cNvSpPr>
          <p:nvPr>
            <p:ph type="title" hasCustomPrompt="1"/>
          </p:nvPr>
        </p:nvSpPr>
        <p:spPr>
          <a:xfrm>
            <a:off x="228599" y="281780"/>
            <a:ext cx="5638801" cy="658020"/>
          </a:xfrm>
        </p:spPr>
        <p:txBody>
          <a:bodyPr>
            <a:noAutofit/>
          </a:bodyPr>
          <a:lstStyle>
            <a:lvl1pPr>
              <a:lnSpc>
                <a:spcPct val="100000"/>
              </a:lnSpc>
              <a:defRPr sz="2400" b="0" i="0">
                <a:solidFill>
                  <a:schemeClr val="bg1"/>
                </a:solidFill>
                <a:latin typeface="TWK Everett" panose="020B0204000000000000" pitchFamily="34" charset="77"/>
              </a:defRPr>
            </a:lvl1pPr>
          </a:lstStyle>
          <a:p>
            <a:r>
              <a:rPr lang="en-US"/>
              <a:t>Add caption or quote here</a:t>
            </a:r>
          </a:p>
        </p:txBody>
      </p:sp>
      <p:sp>
        <p:nvSpPr>
          <p:cNvPr id="8" name="Content Placeholder 7">
            <a:extLst>
              <a:ext uri="{FF2B5EF4-FFF2-40B4-BE49-F238E27FC236}">
                <a16:creationId xmlns:a16="http://schemas.microsoft.com/office/drawing/2014/main" id="{26A51D8F-74DC-8647-90D4-F17C675F8BD7}"/>
              </a:ext>
            </a:extLst>
          </p:cNvPr>
          <p:cNvSpPr>
            <a:spLocks noGrp="1"/>
          </p:cNvSpPr>
          <p:nvPr>
            <p:ph sz="quarter" idx="51" hasCustomPrompt="1"/>
          </p:nvPr>
        </p:nvSpPr>
        <p:spPr>
          <a:xfrm>
            <a:off x="6465888" y="371475"/>
            <a:ext cx="5505450" cy="5754688"/>
          </a:xfrm>
        </p:spPr>
        <p:txBody>
          <a:bodyPr anchor="ctr"/>
          <a:lstStyle>
            <a:lvl1pPr marL="0" indent="0" algn="ctr">
              <a:buNone/>
              <a:defRPr/>
            </a:lvl1pPr>
          </a:lstStyle>
          <a:p>
            <a:pPr lvl="0"/>
            <a:r>
              <a:rPr lang="en-US"/>
              <a:t>ADD CHART HERE</a:t>
            </a:r>
          </a:p>
        </p:txBody>
      </p:sp>
      <p:sp>
        <p:nvSpPr>
          <p:cNvPr id="10" name="Text Placeholder 57">
            <a:extLst>
              <a:ext uri="{FF2B5EF4-FFF2-40B4-BE49-F238E27FC236}">
                <a16:creationId xmlns:a16="http://schemas.microsoft.com/office/drawing/2014/main" id="{4897332F-5292-6241-B79B-1C8D4B640327}"/>
              </a:ext>
            </a:extLst>
          </p:cNvPr>
          <p:cNvSpPr>
            <a:spLocks noGrp="1"/>
          </p:cNvSpPr>
          <p:nvPr>
            <p:ph type="body" sz="quarter" idx="26" hasCustomPrompt="1"/>
          </p:nvPr>
        </p:nvSpPr>
        <p:spPr>
          <a:xfrm>
            <a:off x="228600" y="718643"/>
            <a:ext cx="2819554"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chemeClr val="bg1"/>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11" name="Text Placeholder 2">
            <a:extLst>
              <a:ext uri="{FF2B5EF4-FFF2-40B4-BE49-F238E27FC236}">
                <a16:creationId xmlns:a16="http://schemas.microsoft.com/office/drawing/2014/main" id="{A1B4ED1B-C51F-C64E-A206-858E2596E7E4}"/>
              </a:ext>
            </a:extLst>
          </p:cNvPr>
          <p:cNvSpPr>
            <a:spLocks noGrp="1"/>
          </p:cNvSpPr>
          <p:nvPr>
            <p:ph type="body" sz="quarter" idx="49" hasCustomPrompt="1"/>
          </p:nvPr>
        </p:nvSpPr>
        <p:spPr>
          <a:xfrm>
            <a:off x="228600" y="1568173"/>
            <a:ext cx="5638800" cy="3637703"/>
          </a:xfrm>
        </p:spPr>
        <p:txBody>
          <a:bodyPr/>
          <a:lstStyle>
            <a:lvl1pPr marL="0" indent="0">
              <a:buClr>
                <a:schemeClr val="bg1"/>
              </a:buClr>
              <a:buFontTx/>
              <a:buNone/>
              <a:defRPr sz="1200">
                <a:solidFill>
                  <a:schemeClr val="bg1"/>
                </a:solidFill>
              </a:defRPr>
            </a:lvl1pPr>
            <a:lvl2pPr marL="288925" indent="0">
              <a:buClr>
                <a:schemeClr val="bg1"/>
              </a:buClr>
              <a:buFontTx/>
              <a:buNone/>
              <a:defRPr sz="1200">
                <a:solidFill>
                  <a:schemeClr val="bg1"/>
                </a:solidFill>
              </a:defRPr>
            </a:lvl2pPr>
            <a:lvl3pPr marL="527050" indent="0">
              <a:buClr>
                <a:schemeClr val="bg1"/>
              </a:buClr>
              <a:buFontTx/>
              <a:buNone/>
              <a:tabLst/>
              <a:defRPr sz="1200">
                <a:solidFill>
                  <a:schemeClr val="bg1"/>
                </a:solidFill>
              </a:defRPr>
            </a:lvl3pPr>
            <a:lvl4pPr marL="741363" indent="0">
              <a:buClr>
                <a:schemeClr val="bg1"/>
              </a:buClr>
              <a:buFontTx/>
              <a:buNone/>
              <a:defRPr sz="1200">
                <a:solidFill>
                  <a:schemeClr val="bg1"/>
                </a:solidFill>
              </a:defRPr>
            </a:lvl4pPr>
            <a:lvl5pPr marL="1042987" indent="0">
              <a:buClr>
                <a:schemeClr val="bg1"/>
              </a:buClr>
              <a:buFontTx/>
              <a:buNone/>
              <a:defRPr sz="120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a:p>
            <a:pPr lvl="0"/>
            <a:endParaRPr lang="en-US"/>
          </a:p>
        </p:txBody>
      </p:sp>
      <p:pic>
        <p:nvPicPr>
          <p:cNvPr id="2" name="Picture 1">
            <a:extLst>
              <a:ext uri="{FF2B5EF4-FFF2-40B4-BE49-F238E27FC236}">
                <a16:creationId xmlns:a16="http://schemas.microsoft.com/office/drawing/2014/main" id="{6B47491D-6EE4-0280-449F-E7303DECD2A5}"/>
              </a:ext>
            </a:extLst>
          </p:cNvPr>
          <p:cNvPicPr>
            <a:picLocks noChangeAspect="1"/>
          </p:cNvPicPr>
          <p:nvPr userDrawn="1"/>
        </p:nvPicPr>
        <p:blipFill>
          <a:blip r:embed="rId2"/>
          <a:stretch>
            <a:fillRect/>
          </a:stretch>
        </p:blipFill>
        <p:spPr>
          <a:xfrm>
            <a:off x="233401" y="6344685"/>
            <a:ext cx="723467" cy="227941"/>
          </a:xfrm>
          <a:prstGeom prst="rect">
            <a:avLst/>
          </a:prstGeom>
        </p:spPr>
      </p:pic>
    </p:spTree>
    <p:extLst>
      <p:ext uri="{BB962C8B-B14F-4D97-AF65-F5344CB8AC3E}">
        <p14:creationId xmlns:p14="http://schemas.microsoft.com/office/powerpoint/2010/main" val="305425250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 Large Chart">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C9DFC84E-FA9E-F842-B8A0-3F47FB47FC4C}"/>
              </a:ext>
            </a:extLst>
          </p:cNvPr>
          <p:cNvSpPr>
            <a:spLocks noGrp="1"/>
          </p:cNvSpPr>
          <p:nvPr>
            <p:ph type="chart" sz="quarter" idx="27" hasCustomPrompt="1"/>
          </p:nvPr>
        </p:nvSpPr>
        <p:spPr>
          <a:xfrm>
            <a:off x="6096000" y="495300"/>
            <a:ext cx="5867400" cy="5905499"/>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CLICK ICON TO ADD PIE CHART</a:t>
            </a:r>
          </a:p>
        </p:txBody>
      </p:sp>
      <p:sp>
        <p:nvSpPr>
          <p:cNvPr id="19" name="Text Placeholder 4">
            <a:extLst>
              <a:ext uri="{FF2B5EF4-FFF2-40B4-BE49-F238E27FC236}">
                <a16:creationId xmlns:a16="http://schemas.microsoft.com/office/drawing/2014/main" id="{E9CCAB3E-BAC6-1241-B951-C30FC038FA97}"/>
              </a:ext>
            </a:extLst>
          </p:cNvPr>
          <p:cNvSpPr>
            <a:spLocks noGrp="1"/>
          </p:cNvSpPr>
          <p:nvPr>
            <p:ph type="body" sz="quarter" idx="16" hasCustomPrompt="1"/>
          </p:nvPr>
        </p:nvSpPr>
        <p:spPr>
          <a:xfrm>
            <a:off x="228600" y="1323632"/>
            <a:ext cx="4343164" cy="2105367"/>
          </a:xfrm>
          <a:prstGeom prst="rect">
            <a:avLst/>
          </a:prstGeom>
        </p:spPr>
        <p:txBody>
          <a:bodyPr lIns="0" tIns="0" rIns="0" bIns="0">
            <a:noAutofit/>
          </a:bodyPr>
          <a:lstStyle>
            <a:lvl1pPr marL="0" indent="0">
              <a:buNone/>
              <a:defRPr sz="3200" b="0" i="0">
                <a:solidFill>
                  <a:srgbClr val="3D3C3C"/>
                </a:solidFill>
                <a:latin typeface="TWK Everett" panose="020B0204000000000000" pitchFamily="34" charset="77"/>
              </a:defRPr>
            </a:lvl1pPr>
          </a:lstStyle>
          <a:p>
            <a:pPr lvl="0"/>
            <a:r>
              <a:rPr lang="en-US"/>
              <a:t>Add body text here–Lorem ipsum dolor sit </a:t>
            </a:r>
            <a:r>
              <a:rPr lang="en-US" err="1"/>
              <a:t>amet</a:t>
            </a:r>
            <a:endParaRPr lang="en-US"/>
          </a:p>
        </p:txBody>
      </p:sp>
      <p:sp>
        <p:nvSpPr>
          <p:cNvPr id="12" name="Slide Number Placeholder 5">
            <a:extLst>
              <a:ext uri="{FF2B5EF4-FFF2-40B4-BE49-F238E27FC236}">
                <a16:creationId xmlns:a16="http://schemas.microsoft.com/office/drawing/2014/main" id="{4E159D05-25FE-E542-9360-CAC0772D3A7E}"/>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5" name="Title 1">
            <a:extLst>
              <a:ext uri="{FF2B5EF4-FFF2-40B4-BE49-F238E27FC236}">
                <a16:creationId xmlns:a16="http://schemas.microsoft.com/office/drawing/2014/main" id="{441C0787-5E53-2F41-BBC9-8BEE0618F79C}"/>
              </a:ext>
            </a:extLst>
          </p:cNvPr>
          <p:cNvSpPr>
            <a:spLocks noGrp="1"/>
          </p:cNvSpPr>
          <p:nvPr>
            <p:ph type="title" hasCustomPrompt="1"/>
          </p:nvPr>
        </p:nvSpPr>
        <p:spPr>
          <a:xfrm>
            <a:off x="228599" y="294477"/>
            <a:ext cx="56388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17" name="Text Placeholder 57">
            <a:extLst>
              <a:ext uri="{FF2B5EF4-FFF2-40B4-BE49-F238E27FC236}">
                <a16:creationId xmlns:a16="http://schemas.microsoft.com/office/drawing/2014/main" id="{963E82A3-4B6A-BC48-8272-63030B15170A}"/>
              </a:ext>
            </a:extLst>
          </p:cNvPr>
          <p:cNvSpPr>
            <a:spLocks noGrp="1"/>
          </p:cNvSpPr>
          <p:nvPr>
            <p:ph type="body" sz="quarter" idx="51" hasCustomPrompt="1"/>
          </p:nvPr>
        </p:nvSpPr>
        <p:spPr>
          <a:xfrm>
            <a:off x="228600" y="714025"/>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518C7F6A-D8A4-992E-7D7C-A9D64ED0DE92}"/>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4674475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 Icons Collage + Image">
    <p:spTree>
      <p:nvGrpSpPr>
        <p:cNvPr id="1" name=""/>
        <p:cNvGrpSpPr/>
        <p:nvPr/>
      </p:nvGrpSpPr>
      <p:grpSpPr>
        <a:xfrm>
          <a:off x="0" y="0"/>
          <a:ext cx="0" cy="0"/>
          <a:chOff x="0" y="0"/>
          <a:chExt cx="0" cy="0"/>
        </a:xfrm>
      </p:grpSpPr>
      <p:sp>
        <p:nvSpPr>
          <p:cNvPr id="11" name="Picture Placeholder 17">
            <a:extLst>
              <a:ext uri="{FF2B5EF4-FFF2-40B4-BE49-F238E27FC236}">
                <a16:creationId xmlns:a16="http://schemas.microsoft.com/office/drawing/2014/main" id="{D533621A-3B50-3E49-95CE-6E76D524021E}"/>
              </a:ext>
            </a:extLst>
          </p:cNvPr>
          <p:cNvSpPr>
            <a:spLocks noGrp="1"/>
          </p:cNvSpPr>
          <p:nvPr>
            <p:ph type="pic" sz="quarter" idx="14"/>
          </p:nvPr>
        </p:nvSpPr>
        <p:spPr>
          <a:xfrm>
            <a:off x="9144001" y="1"/>
            <a:ext cx="3039908" cy="6858000"/>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Click icon to add picture</a:t>
            </a:r>
          </a:p>
        </p:txBody>
      </p:sp>
      <p:sp>
        <p:nvSpPr>
          <p:cNvPr id="20" name="Picture Placeholder 7">
            <a:extLst>
              <a:ext uri="{FF2B5EF4-FFF2-40B4-BE49-F238E27FC236}">
                <a16:creationId xmlns:a16="http://schemas.microsoft.com/office/drawing/2014/main" id="{EAA83C25-A7D5-C44E-BC03-EABD420FC337}"/>
              </a:ext>
            </a:extLst>
          </p:cNvPr>
          <p:cNvSpPr>
            <a:spLocks noGrp="1"/>
          </p:cNvSpPr>
          <p:nvPr>
            <p:ph type="pic" sz="quarter" idx="33" hasCustomPrompt="1"/>
          </p:nvPr>
        </p:nvSpPr>
        <p:spPr>
          <a:xfrm>
            <a:off x="228602" y="1453572"/>
            <a:ext cx="910693" cy="818311"/>
          </a:xfrm>
          <a:prstGeom prst="rect">
            <a:avLst/>
          </a:prstGeom>
        </p:spPr>
        <p:txBody>
          <a:bodyPr anchor="ctr">
            <a:noAutofit/>
          </a:bodyPr>
          <a:lstStyle>
            <a:lvl1pPr marL="0" indent="0" algn="ctr">
              <a:buNone/>
              <a:defRPr b="0" i="0">
                <a:solidFill>
                  <a:srgbClr val="3D3C3C"/>
                </a:solidFill>
                <a:latin typeface="TWK Everett" panose="020B0204000000000000" pitchFamily="34" charset="77"/>
              </a:defRPr>
            </a:lvl1pPr>
          </a:lstStyle>
          <a:p>
            <a:r>
              <a:rPr lang="en-US"/>
              <a:t>PLACE ICON HERE</a:t>
            </a:r>
          </a:p>
        </p:txBody>
      </p:sp>
      <p:sp>
        <p:nvSpPr>
          <p:cNvPr id="21" name="Picture Placeholder 7">
            <a:extLst>
              <a:ext uri="{FF2B5EF4-FFF2-40B4-BE49-F238E27FC236}">
                <a16:creationId xmlns:a16="http://schemas.microsoft.com/office/drawing/2014/main" id="{1C3320EC-C702-784B-966E-56589D005226}"/>
              </a:ext>
            </a:extLst>
          </p:cNvPr>
          <p:cNvSpPr>
            <a:spLocks noGrp="1"/>
          </p:cNvSpPr>
          <p:nvPr>
            <p:ph type="pic" sz="quarter" idx="34" hasCustomPrompt="1"/>
          </p:nvPr>
        </p:nvSpPr>
        <p:spPr>
          <a:xfrm>
            <a:off x="3276601" y="1488209"/>
            <a:ext cx="910693" cy="818311"/>
          </a:xfrm>
          <a:prstGeom prst="rect">
            <a:avLst/>
          </a:prstGeom>
        </p:spPr>
        <p:txBody>
          <a:bodyPr anchor="ctr">
            <a:noAutofit/>
          </a:bodyPr>
          <a:lstStyle>
            <a:lvl1pPr marL="0" indent="0" algn="ctr">
              <a:buNone/>
              <a:defRPr b="0" i="0">
                <a:solidFill>
                  <a:srgbClr val="3D3C3C"/>
                </a:solidFill>
                <a:latin typeface="TWK Everett" panose="020B0204000000000000" pitchFamily="34" charset="77"/>
              </a:defRPr>
            </a:lvl1pPr>
          </a:lstStyle>
          <a:p>
            <a:r>
              <a:rPr lang="en-US"/>
              <a:t>PLACE ICON HERE</a:t>
            </a:r>
          </a:p>
        </p:txBody>
      </p:sp>
      <p:sp>
        <p:nvSpPr>
          <p:cNvPr id="22" name="Picture Placeholder 7">
            <a:extLst>
              <a:ext uri="{FF2B5EF4-FFF2-40B4-BE49-F238E27FC236}">
                <a16:creationId xmlns:a16="http://schemas.microsoft.com/office/drawing/2014/main" id="{4404D43E-76A6-4948-9A3B-149BCDDC8C7A}"/>
              </a:ext>
            </a:extLst>
          </p:cNvPr>
          <p:cNvSpPr>
            <a:spLocks noGrp="1"/>
          </p:cNvSpPr>
          <p:nvPr>
            <p:ph type="pic" sz="quarter" idx="35" hasCustomPrompt="1"/>
          </p:nvPr>
        </p:nvSpPr>
        <p:spPr>
          <a:xfrm>
            <a:off x="6324600" y="1485900"/>
            <a:ext cx="910693" cy="818311"/>
          </a:xfrm>
          <a:prstGeom prst="rect">
            <a:avLst/>
          </a:prstGeom>
        </p:spPr>
        <p:txBody>
          <a:bodyPr anchor="ctr">
            <a:noAutofit/>
          </a:bodyPr>
          <a:lstStyle>
            <a:lvl1pPr marL="0" indent="0" algn="ctr">
              <a:buNone/>
              <a:defRPr b="0" i="0">
                <a:solidFill>
                  <a:srgbClr val="3D3C3C"/>
                </a:solidFill>
                <a:latin typeface="TWK Everett" panose="020B0204000000000000" pitchFamily="34" charset="77"/>
              </a:defRPr>
            </a:lvl1pPr>
          </a:lstStyle>
          <a:p>
            <a:r>
              <a:rPr lang="en-US"/>
              <a:t>PLACE ICON HERE</a:t>
            </a:r>
          </a:p>
        </p:txBody>
      </p:sp>
      <p:sp>
        <p:nvSpPr>
          <p:cNvPr id="23" name="Picture Placeholder 7">
            <a:extLst>
              <a:ext uri="{FF2B5EF4-FFF2-40B4-BE49-F238E27FC236}">
                <a16:creationId xmlns:a16="http://schemas.microsoft.com/office/drawing/2014/main" id="{72FB2A4E-1B5D-FF46-A012-D1DF01E24703}"/>
              </a:ext>
            </a:extLst>
          </p:cNvPr>
          <p:cNvSpPr>
            <a:spLocks noGrp="1"/>
          </p:cNvSpPr>
          <p:nvPr>
            <p:ph type="pic" sz="quarter" idx="36" hasCustomPrompt="1"/>
          </p:nvPr>
        </p:nvSpPr>
        <p:spPr>
          <a:xfrm>
            <a:off x="228602" y="3693062"/>
            <a:ext cx="910693" cy="818311"/>
          </a:xfrm>
          <a:prstGeom prst="rect">
            <a:avLst/>
          </a:prstGeom>
        </p:spPr>
        <p:txBody>
          <a:bodyPr anchor="ctr">
            <a:noAutofit/>
          </a:bodyPr>
          <a:lstStyle>
            <a:lvl1pPr marL="0" indent="0" algn="ctr">
              <a:buNone/>
              <a:defRPr b="0" i="0">
                <a:solidFill>
                  <a:srgbClr val="3D3C3C"/>
                </a:solidFill>
                <a:latin typeface="TWK Everett" panose="020B0204000000000000" pitchFamily="34" charset="77"/>
              </a:defRPr>
            </a:lvl1pPr>
          </a:lstStyle>
          <a:p>
            <a:r>
              <a:rPr lang="en-US"/>
              <a:t>PLACE ICON HERE</a:t>
            </a:r>
          </a:p>
        </p:txBody>
      </p:sp>
      <p:sp>
        <p:nvSpPr>
          <p:cNvPr id="24" name="Picture Placeholder 7">
            <a:extLst>
              <a:ext uri="{FF2B5EF4-FFF2-40B4-BE49-F238E27FC236}">
                <a16:creationId xmlns:a16="http://schemas.microsoft.com/office/drawing/2014/main" id="{B0DC0B18-D14B-A540-91A5-DB1C9ED122B4}"/>
              </a:ext>
            </a:extLst>
          </p:cNvPr>
          <p:cNvSpPr>
            <a:spLocks noGrp="1"/>
          </p:cNvSpPr>
          <p:nvPr>
            <p:ph type="pic" sz="quarter" idx="37" hasCustomPrompt="1"/>
          </p:nvPr>
        </p:nvSpPr>
        <p:spPr>
          <a:xfrm>
            <a:off x="3276601" y="3727699"/>
            <a:ext cx="910693" cy="818311"/>
          </a:xfrm>
          <a:prstGeom prst="rect">
            <a:avLst/>
          </a:prstGeom>
        </p:spPr>
        <p:txBody>
          <a:bodyPr anchor="ctr">
            <a:noAutofit/>
          </a:bodyPr>
          <a:lstStyle>
            <a:lvl1pPr marL="0" indent="0" algn="ctr">
              <a:buNone/>
              <a:defRPr b="0" i="0">
                <a:solidFill>
                  <a:srgbClr val="3D3C3C"/>
                </a:solidFill>
                <a:latin typeface="TWK Everett" panose="020B0204000000000000" pitchFamily="34" charset="77"/>
              </a:defRPr>
            </a:lvl1pPr>
          </a:lstStyle>
          <a:p>
            <a:r>
              <a:rPr lang="en-US"/>
              <a:t>PLACE ICON HERE</a:t>
            </a:r>
          </a:p>
        </p:txBody>
      </p:sp>
      <p:sp>
        <p:nvSpPr>
          <p:cNvPr id="26" name="Picture Placeholder 7">
            <a:extLst>
              <a:ext uri="{FF2B5EF4-FFF2-40B4-BE49-F238E27FC236}">
                <a16:creationId xmlns:a16="http://schemas.microsoft.com/office/drawing/2014/main" id="{CD67EB63-28F4-E040-9A84-8011CD7C8FE5}"/>
              </a:ext>
            </a:extLst>
          </p:cNvPr>
          <p:cNvSpPr>
            <a:spLocks noGrp="1"/>
          </p:cNvSpPr>
          <p:nvPr>
            <p:ph type="pic" sz="quarter" idx="39" hasCustomPrompt="1"/>
          </p:nvPr>
        </p:nvSpPr>
        <p:spPr>
          <a:xfrm>
            <a:off x="6324600" y="3725390"/>
            <a:ext cx="910693" cy="818311"/>
          </a:xfrm>
          <a:prstGeom prst="rect">
            <a:avLst/>
          </a:prstGeom>
        </p:spPr>
        <p:txBody>
          <a:bodyPr anchor="ctr">
            <a:noAutofit/>
          </a:bodyPr>
          <a:lstStyle>
            <a:lvl1pPr marL="0" indent="0" algn="ctr">
              <a:buNone/>
              <a:defRPr b="0" i="0">
                <a:solidFill>
                  <a:srgbClr val="3D3C3C"/>
                </a:solidFill>
                <a:latin typeface="TWK Everett" panose="020B0204000000000000" pitchFamily="34" charset="77"/>
              </a:defRPr>
            </a:lvl1pPr>
          </a:lstStyle>
          <a:p>
            <a:r>
              <a:rPr lang="en-US"/>
              <a:t>PLACE ICON HERE</a:t>
            </a:r>
          </a:p>
        </p:txBody>
      </p:sp>
      <p:sp>
        <p:nvSpPr>
          <p:cNvPr id="30" name="Slide Number Placeholder 5">
            <a:extLst>
              <a:ext uri="{FF2B5EF4-FFF2-40B4-BE49-F238E27FC236}">
                <a16:creationId xmlns:a16="http://schemas.microsoft.com/office/drawing/2014/main" id="{1FBCF938-EB1F-E842-88D8-795586C115B1}"/>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rgbClr val="3D3C3C"/>
                </a:solidFill>
                <a:latin typeface="TWK Everett" panose="020B0204000000000000" pitchFamily="34" charset="77"/>
              </a:defRPr>
            </a:lvl1pPr>
          </a:lstStyle>
          <a:p>
            <a:fld id="{BB55D76A-9B6E-CD41-ABBE-F6C938295BAD}" type="slidenum">
              <a:rPr lang="en-US" smtClean="0"/>
              <a:pPr/>
              <a:t>‹#›</a:t>
            </a:fld>
            <a:endParaRPr lang="en-US"/>
          </a:p>
        </p:txBody>
      </p:sp>
      <p:sp>
        <p:nvSpPr>
          <p:cNvPr id="36" name="Title 1">
            <a:extLst>
              <a:ext uri="{FF2B5EF4-FFF2-40B4-BE49-F238E27FC236}">
                <a16:creationId xmlns:a16="http://schemas.microsoft.com/office/drawing/2014/main" id="{B96B7D0F-251B-FD43-BCB7-CB20958C0B41}"/>
              </a:ext>
            </a:extLst>
          </p:cNvPr>
          <p:cNvSpPr>
            <a:spLocks noGrp="1"/>
          </p:cNvSpPr>
          <p:nvPr>
            <p:ph type="title" hasCustomPrompt="1"/>
          </p:nvPr>
        </p:nvSpPr>
        <p:spPr>
          <a:xfrm>
            <a:off x="228600" y="294477"/>
            <a:ext cx="8686800"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37" name="Text Placeholder 57">
            <a:extLst>
              <a:ext uri="{FF2B5EF4-FFF2-40B4-BE49-F238E27FC236}">
                <a16:creationId xmlns:a16="http://schemas.microsoft.com/office/drawing/2014/main" id="{84B35694-6A50-2E4B-A859-D0BD696C8081}"/>
              </a:ext>
            </a:extLst>
          </p:cNvPr>
          <p:cNvSpPr>
            <a:spLocks noGrp="1"/>
          </p:cNvSpPr>
          <p:nvPr>
            <p:ph type="body" sz="quarter" idx="51" hasCustomPrompt="1"/>
          </p:nvPr>
        </p:nvSpPr>
        <p:spPr>
          <a:xfrm>
            <a:off x="228600" y="714025"/>
            <a:ext cx="868727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38" name="Text Placeholder 2">
            <a:extLst>
              <a:ext uri="{FF2B5EF4-FFF2-40B4-BE49-F238E27FC236}">
                <a16:creationId xmlns:a16="http://schemas.microsoft.com/office/drawing/2014/main" id="{37F4BA20-7EA4-D548-8BDD-288F2CD56CA2}"/>
              </a:ext>
            </a:extLst>
          </p:cNvPr>
          <p:cNvSpPr>
            <a:spLocks noGrp="1"/>
          </p:cNvSpPr>
          <p:nvPr>
            <p:ph type="body" sz="quarter" idx="48" hasCustomPrompt="1"/>
          </p:nvPr>
        </p:nvSpPr>
        <p:spPr>
          <a:xfrm>
            <a:off x="228602" y="2298081"/>
            <a:ext cx="2590800" cy="869992"/>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39" name="Text Placeholder 2">
            <a:extLst>
              <a:ext uri="{FF2B5EF4-FFF2-40B4-BE49-F238E27FC236}">
                <a16:creationId xmlns:a16="http://schemas.microsoft.com/office/drawing/2014/main" id="{49F3F735-7447-7F4C-9666-191D8DB32FD4}"/>
              </a:ext>
            </a:extLst>
          </p:cNvPr>
          <p:cNvSpPr>
            <a:spLocks noGrp="1"/>
          </p:cNvSpPr>
          <p:nvPr>
            <p:ph type="body" sz="quarter" idx="46" hasCustomPrompt="1"/>
          </p:nvPr>
        </p:nvSpPr>
        <p:spPr>
          <a:xfrm>
            <a:off x="3276601" y="2332718"/>
            <a:ext cx="2590800" cy="86999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40" name="Text Placeholder 2">
            <a:extLst>
              <a:ext uri="{FF2B5EF4-FFF2-40B4-BE49-F238E27FC236}">
                <a16:creationId xmlns:a16="http://schemas.microsoft.com/office/drawing/2014/main" id="{909D859B-5629-A343-B124-724E2D222163}"/>
              </a:ext>
            </a:extLst>
          </p:cNvPr>
          <p:cNvSpPr>
            <a:spLocks noGrp="1"/>
          </p:cNvSpPr>
          <p:nvPr>
            <p:ph type="body" sz="quarter" idx="49" hasCustomPrompt="1"/>
          </p:nvPr>
        </p:nvSpPr>
        <p:spPr>
          <a:xfrm>
            <a:off x="6324600" y="2330409"/>
            <a:ext cx="2590800" cy="869992"/>
          </a:xfrm>
        </p:spPr>
        <p:txBody>
          <a:bodyPr/>
          <a:lstStyle>
            <a:lvl1pPr>
              <a:defRPr sz="1200">
                <a:solidFill>
                  <a:srgbClr val="3D3C3C"/>
                </a:solidFill>
              </a:defRPr>
            </a:lvl1pPr>
            <a:lvl2pPr>
              <a:defRPr sz="1200">
                <a:solidFill>
                  <a:srgbClr val="3D3C3C"/>
                </a:solidFill>
              </a:defRPr>
            </a:lvl2pPr>
            <a:lvl3pPr marL="698500" indent="-171450">
              <a:tabLst/>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42" name="Text Placeholder 2">
            <a:extLst>
              <a:ext uri="{FF2B5EF4-FFF2-40B4-BE49-F238E27FC236}">
                <a16:creationId xmlns:a16="http://schemas.microsoft.com/office/drawing/2014/main" id="{F79B734D-A981-F249-B5AD-DD37EA9B21F9}"/>
              </a:ext>
            </a:extLst>
          </p:cNvPr>
          <p:cNvSpPr>
            <a:spLocks noGrp="1"/>
          </p:cNvSpPr>
          <p:nvPr>
            <p:ph type="body" sz="quarter" idx="52" hasCustomPrompt="1"/>
          </p:nvPr>
        </p:nvSpPr>
        <p:spPr>
          <a:xfrm>
            <a:off x="228602" y="4533506"/>
            <a:ext cx="2590800" cy="86999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43" name="Text Placeholder 2">
            <a:extLst>
              <a:ext uri="{FF2B5EF4-FFF2-40B4-BE49-F238E27FC236}">
                <a16:creationId xmlns:a16="http://schemas.microsoft.com/office/drawing/2014/main" id="{E519CFCA-B445-8D46-AEAE-3AF6051D7297}"/>
              </a:ext>
            </a:extLst>
          </p:cNvPr>
          <p:cNvSpPr>
            <a:spLocks noGrp="1"/>
          </p:cNvSpPr>
          <p:nvPr>
            <p:ph type="body" sz="quarter" idx="53" hasCustomPrompt="1"/>
          </p:nvPr>
        </p:nvSpPr>
        <p:spPr>
          <a:xfrm>
            <a:off x="3276601" y="4568143"/>
            <a:ext cx="2590800" cy="86999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44" name="Text Placeholder 2">
            <a:extLst>
              <a:ext uri="{FF2B5EF4-FFF2-40B4-BE49-F238E27FC236}">
                <a16:creationId xmlns:a16="http://schemas.microsoft.com/office/drawing/2014/main" id="{F60FF828-F1B0-E946-9A7C-82E0A6FCCE44}"/>
              </a:ext>
            </a:extLst>
          </p:cNvPr>
          <p:cNvSpPr>
            <a:spLocks noGrp="1"/>
          </p:cNvSpPr>
          <p:nvPr>
            <p:ph type="body" sz="quarter" idx="54" hasCustomPrompt="1"/>
          </p:nvPr>
        </p:nvSpPr>
        <p:spPr>
          <a:xfrm>
            <a:off x="6324600" y="4565834"/>
            <a:ext cx="2590800" cy="869992"/>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660CD906-D759-AD4D-84A1-E504320196B3}"/>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73211342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4 Pers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3700A0-29DE-834A-B6C2-E3D4696E5DD5}"/>
              </a:ext>
            </a:extLst>
          </p:cNvPr>
          <p:cNvSpPr>
            <a:spLocks noGrp="1"/>
          </p:cNvSpPr>
          <p:nvPr>
            <p:ph type="pic" sz="quarter" idx="27" hasCustomPrompt="1"/>
          </p:nvPr>
        </p:nvSpPr>
        <p:spPr>
          <a:xfrm>
            <a:off x="228600" y="1714500"/>
            <a:ext cx="2590798" cy="2624138"/>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2" name="Picture Placeholder 5">
            <a:extLst>
              <a:ext uri="{FF2B5EF4-FFF2-40B4-BE49-F238E27FC236}">
                <a16:creationId xmlns:a16="http://schemas.microsoft.com/office/drawing/2014/main" id="{FB033EB2-943A-4B45-BCB7-8F690C8C2FA8}"/>
              </a:ext>
            </a:extLst>
          </p:cNvPr>
          <p:cNvSpPr>
            <a:spLocks noGrp="1"/>
          </p:cNvSpPr>
          <p:nvPr>
            <p:ph type="pic" sz="quarter" idx="28" hasCustomPrompt="1"/>
          </p:nvPr>
        </p:nvSpPr>
        <p:spPr>
          <a:xfrm>
            <a:off x="3276603" y="1714500"/>
            <a:ext cx="2590792" cy="2624138"/>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3" name="Picture Placeholder 5">
            <a:extLst>
              <a:ext uri="{FF2B5EF4-FFF2-40B4-BE49-F238E27FC236}">
                <a16:creationId xmlns:a16="http://schemas.microsoft.com/office/drawing/2014/main" id="{0A8E385F-9F3A-F34C-B402-8E3D0FAF6512}"/>
              </a:ext>
            </a:extLst>
          </p:cNvPr>
          <p:cNvSpPr>
            <a:spLocks noGrp="1"/>
          </p:cNvSpPr>
          <p:nvPr>
            <p:ph type="pic" sz="quarter" idx="29" hasCustomPrompt="1"/>
          </p:nvPr>
        </p:nvSpPr>
        <p:spPr>
          <a:xfrm>
            <a:off x="6324598" y="1714570"/>
            <a:ext cx="2590798" cy="2624138"/>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4" name="Picture Placeholder 5">
            <a:extLst>
              <a:ext uri="{FF2B5EF4-FFF2-40B4-BE49-F238E27FC236}">
                <a16:creationId xmlns:a16="http://schemas.microsoft.com/office/drawing/2014/main" id="{F3F9DA77-6808-2944-8C0A-444E071E4599}"/>
              </a:ext>
            </a:extLst>
          </p:cNvPr>
          <p:cNvSpPr>
            <a:spLocks noGrp="1"/>
          </p:cNvSpPr>
          <p:nvPr>
            <p:ph type="pic" sz="quarter" idx="30" hasCustomPrompt="1"/>
          </p:nvPr>
        </p:nvSpPr>
        <p:spPr>
          <a:xfrm>
            <a:off x="9372600" y="1714500"/>
            <a:ext cx="2590798" cy="2624138"/>
          </a:xfrm>
          <a:prstGeom prst="rect">
            <a:avLst/>
          </a:prstGeom>
        </p:spPr>
        <p:txBody>
          <a:bodyPr anchor="ctr">
            <a:noAutofit/>
          </a:bodyPr>
          <a:lstStyle>
            <a:lvl1pPr marL="0" indent="0" algn="ctr">
              <a:buNone/>
              <a:defRPr b="0" i="0">
                <a:latin typeface="TWK Everett" panose="020B0204000000000000" pitchFamily="34" charset="77"/>
              </a:defRPr>
            </a:lvl1pPr>
          </a:lstStyle>
          <a:p>
            <a:r>
              <a:rPr lang="en-US"/>
              <a:t>ADD PHOTO HERE</a:t>
            </a:r>
          </a:p>
        </p:txBody>
      </p:sp>
      <p:sp>
        <p:nvSpPr>
          <p:cNvPr id="16" name="Text Placeholder 57">
            <a:extLst>
              <a:ext uri="{FF2B5EF4-FFF2-40B4-BE49-F238E27FC236}">
                <a16:creationId xmlns:a16="http://schemas.microsoft.com/office/drawing/2014/main" id="{B2B820F6-126F-8149-B82A-8DD59FF74529}"/>
              </a:ext>
            </a:extLst>
          </p:cNvPr>
          <p:cNvSpPr>
            <a:spLocks noGrp="1"/>
          </p:cNvSpPr>
          <p:nvPr>
            <p:ph type="body" sz="quarter" idx="31" hasCustomPrompt="1"/>
          </p:nvPr>
        </p:nvSpPr>
        <p:spPr>
          <a:xfrm>
            <a:off x="228600" y="4497479"/>
            <a:ext cx="2590798" cy="282575"/>
          </a:xfrm>
          <a:prstGeom prst="rect">
            <a:avLst/>
          </a:prstGeom>
        </p:spPr>
        <p:txBody>
          <a:bodyPr vert="horz" lIns="0" tIns="0" rIns="0" bIns="0" rtlCol="0" anchor="t">
            <a:noAutofit/>
          </a:bodyPr>
          <a:lstStyle>
            <a:lvl1pPr marL="0" indent="0" algn="l">
              <a:buNone/>
              <a:defRPr lang="en-US" sz="16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17" name="Text Placeholder 57">
            <a:extLst>
              <a:ext uri="{FF2B5EF4-FFF2-40B4-BE49-F238E27FC236}">
                <a16:creationId xmlns:a16="http://schemas.microsoft.com/office/drawing/2014/main" id="{6ABDDB77-D01D-2D45-AB6A-133D17B19CC6}"/>
              </a:ext>
            </a:extLst>
          </p:cNvPr>
          <p:cNvSpPr>
            <a:spLocks noGrp="1"/>
          </p:cNvSpPr>
          <p:nvPr>
            <p:ph type="body" sz="quarter" idx="32" hasCustomPrompt="1"/>
          </p:nvPr>
        </p:nvSpPr>
        <p:spPr>
          <a:xfrm>
            <a:off x="228600" y="4822803"/>
            <a:ext cx="2590798" cy="282575"/>
          </a:xfrm>
          <a:prstGeom prst="rect">
            <a:avLst/>
          </a:prstGeom>
        </p:spPr>
        <p:txBody>
          <a:bodyPr vert="horz" lIns="0" tIns="0" rIns="0" bIns="0" rtlCol="0" anchor="t">
            <a:noAutofit/>
          </a:bodyPr>
          <a:lstStyle>
            <a:lvl1pPr marL="0" indent="0" algn="l">
              <a:buNone/>
              <a:defRPr lang="en-US" sz="16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18" name="Text Placeholder 57">
            <a:extLst>
              <a:ext uri="{FF2B5EF4-FFF2-40B4-BE49-F238E27FC236}">
                <a16:creationId xmlns:a16="http://schemas.microsoft.com/office/drawing/2014/main" id="{FF1B4342-A191-6046-A5F0-BFF28F19A6BD}"/>
              </a:ext>
            </a:extLst>
          </p:cNvPr>
          <p:cNvSpPr>
            <a:spLocks noGrp="1"/>
          </p:cNvSpPr>
          <p:nvPr>
            <p:ph type="body" sz="quarter" idx="33" hasCustomPrompt="1"/>
          </p:nvPr>
        </p:nvSpPr>
        <p:spPr>
          <a:xfrm>
            <a:off x="3276603" y="4497479"/>
            <a:ext cx="2590792" cy="282575"/>
          </a:xfrm>
          <a:prstGeom prst="rect">
            <a:avLst/>
          </a:prstGeom>
        </p:spPr>
        <p:txBody>
          <a:bodyPr vert="horz" lIns="0" tIns="0" rIns="0" bIns="0" rtlCol="0" anchor="t">
            <a:noAutofit/>
          </a:bodyPr>
          <a:lstStyle>
            <a:lvl1pPr marL="0" indent="0" algn="l">
              <a:buNone/>
              <a:defRPr lang="en-US" sz="16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19" name="Text Placeholder 57">
            <a:extLst>
              <a:ext uri="{FF2B5EF4-FFF2-40B4-BE49-F238E27FC236}">
                <a16:creationId xmlns:a16="http://schemas.microsoft.com/office/drawing/2014/main" id="{B1600CC4-0E13-0843-97B2-BA2085875C30}"/>
              </a:ext>
            </a:extLst>
          </p:cNvPr>
          <p:cNvSpPr>
            <a:spLocks noGrp="1"/>
          </p:cNvSpPr>
          <p:nvPr>
            <p:ph type="body" sz="quarter" idx="34" hasCustomPrompt="1"/>
          </p:nvPr>
        </p:nvSpPr>
        <p:spPr>
          <a:xfrm>
            <a:off x="3276603" y="4822803"/>
            <a:ext cx="2590792" cy="282575"/>
          </a:xfrm>
          <a:prstGeom prst="rect">
            <a:avLst/>
          </a:prstGeom>
        </p:spPr>
        <p:txBody>
          <a:bodyPr vert="horz" lIns="0" tIns="0" rIns="0" bIns="0" rtlCol="0" anchor="t">
            <a:noAutofit/>
          </a:bodyPr>
          <a:lstStyle>
            <a:lvl1pPr marL="0" indent="0" algn="l">
              <a:buNone/>
              <a:defRPr lang="en-US" sz="16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20" name="Text Placeholder 57">
            <a:extLst>
              <a:ext uri="{FF2B5EF4-FFF2-40B4-BE49-F238E27FC236}">
                <a16:creationId xmlns:a16="http://schemas.microsoft.com/office/drawing/2014/main" id="{5E8E0B01-55EB-4048-BB54-664B94BD7B1B}"/>
              </a:ext>
            </a:extLst>
          </p:cNvPr>
          <p:cNvSpPr>
            <a:spLocks noGrp="1"/>
          </p:cNvSpPr>
          <p:nvPr>
            <p:ph type="body" sz="quarter" idx="35" hasCustomPrompt="1"/>
          </p:nvPr>
        </p:nvSpPr>
        <p:spPr>
          <a:xfrm>
            <a:off x="6324598" y="4497549"/>
            <a:ext cx="2590798" cy="282575"/>
          </a:xfrm>
          <a:prstGeom prst="rect">
            <a:avLst/>
          </a:prstGeom>
        </p:spPr>
        <p:txBody>
          <a:bodyPr vert="horz" lIns="0" tIns="0" rIns="0" bIns="0" rtlCol="0" anchor="t">
            <a:noAutofit/>
          </a:bodyPr>
          <a:lstStyle>
            <a:lvl1pPr marL="0" indent="0" algn="l">
              <a:buNone/>
              <a:defRPr lang="en-US" sz="16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21" name="Text Placeholder 57">
            <a:extLst>
              <a:ext uri="{FF2B5EF4-FFF2-40B4-BE49-F238E27FC236}">
                <a16:creationId xmlns:a16="http://schemas.microsoft.com/office/drawing/2014/main" id="{BC7BECD0-75FF-3042-BDE3-94019E61C038}"/>
              </a:ext>
            </a:extLst>
          </p:cNvPr>
          <p:cNvSpPr>
            <a:spLocks noGrp="1"/>
          </p:cNvSpPr>
          <p:nvPr>
            <p:ph type="body" sz="quarter" idx="36" hasCustomPrompt="1"/>
          </p:nvPr>
        </p:nvSpPr>
        <p:spPr>
          <a:xfrm>
            <a:off x="6324598" y="4822873"/>
            <a:ext cx="2590798" cy="282575"/>
          </a:xfrm>
          <a:prstGeom prst="rect">
            <a:avLst/>
          </a:prstGeom>
        </p:spPr>
        <p:txBody>
          <a:bodyPr vert="horz" lIns="0" tIns="0" rIns="0" bIns="0" rtlCol="0" anchor="t">
            <a:noAutofit/>
          </a:bodyPr>
          <a:lstStyle>
            <a:lvl1pPr marL="0" indent="0" algn="l">
              <a:buNone/>
              <a:defRPr lang="en-US" sz="16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22" name="Text Placeholder 57">
            <a:extLst>
              <a:ext uri="{FF2B5EF4-FFF2-40B4-BE49-F238E27FC236}">
                <a16:creationId xmlns:a16="http://schemas.microsoft.com/office/drawing/2014/main" id="{8A6F00F2-D50A-574E-A221-C293AC5D87F9}"/>
              </a:ext>
            </a:extLst>
          </p:cNvPr>
          <p:cNvSpPr>
            <a:spLocks noGrp="1"/>
          </p:cNvSpPr>
          <p:nvPr>
            <p:ph type="body" sz="quarter" idx="37" hasCustomPrompt="1"/>
          </p:nvPr>
        </p:nvSpPr>
        <p:spPr>
          <a:xfrm>
            <a:off x="9372600" y="4497479"/>
            <a:ext cx="2590798" cy="282575"/>
          </a:xfrm>
          <a:prstGeom prst="rect">
            <a:avLst/>
          </a:prstGeom>
        </p:spPr>
        <p:txBody>
          <a:bodyPr vert="horz" lIns="0" tIns="0" rIns="0" bIns="0" rtlCol="0" anchor="t">
            <a:noAutofit/>
          </a:bodyPr>
          <a:lstStyle>
            <a:lvl1pPr marL="0" indent="0" algn="l">
              <a:buNone/>
              <a:defRPr lang="en-US" sz="16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23" name="Text Placeholder 57">
            <a:extLst>
              <a:ext uri="{FF2B5EF4-FFF2-40B4-BE49-F238E27FC236}">
                <a16:creationId xmlns:a16="http://schemas.microsoft.com/office/drawing/2014/main" id="{E8139806-FAC2-774B-8754-D3B9129FDC3D}"/>
              </a:ext>
            </a:extLst>
          </p:cNvPr>
          <p:cNvSpPr>
            <a:spLocks noGrp="1"/>
          </p:cNvSpPr>
          <p:nvPr>
            <p:ph type="body" sz="quarter" idx="38" hasCustomPrompt="1"/>
          </p:nvPr>
        </p:nvSpPr>
        <p:spPr>
          <a:xfrm>
            <a:off x="9372600" y="4822803"/>
            <a:ext cx="2590798" cy="282575"/>
          </a:xfrm>
          <a:prstGeom prst="rect">
            <a:avLst/>
          </a:prstGeom>
        </p:spPr>
        <p:txBody>
          <a:bodyPr vert="horz" lIns="0" tIns="0" rIns="0" bIns="0" rtlCol="0" anchor="t">
            <a:noAutofit/>
          </a:bodyPr>
          <a:lstStyle>
            <a:lvl1pPr marL="0" indent="0" algn="l">
              <a:buNone/>
              <a:defRPr lang="en-US" sz="16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27" name="Slide Number Placeholder 5">
            <a:extLst>
              <a:ext uri="{FF2B5EF4-FFF2-40B4-BE49-F238E27FC236}">
                <a16:creationId xmlns:a16="http://schemas.microsoft.com/office/drawing/2014/main" id="{0B36663A-F467-DB43-B684-1727EE9E4246}"/>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rgbClr val="3D3C3C"/>
                </a:solidFill>
                <a:latin typeface="TWK Everett" panose="020B0204000000000000" pitchFamily="34" charset="77"/>
              </a:defRPr>
            </a:lvl1pPr>
          </a:lstStyle>
          <a:p>
            <a:fld id="{BB55D76A-9B6E-CD41-ABBE-F6C938295BAD}" type="slidenum">
              <a:rPr lang="en-US" smtClean="0"/>
              <a:pPr/>
              <a:t>‹#›</a:t>
            </a:fld>
            <a:endParaRPr lang="en-US"/>
          </a:p>
        </p:txBody>
      </p:sp>
      <p:sp>
        <p:nvSpPr>
          <p:cNvPr id="31" name="Title 1">
            <a:extLst>
              <a:ext uri="{FF2B5EF4-FFF2-40B4-BE49-F238E27FC236}">
                <a16:creationId xmlns:a16="http://schemas.microsoft.com/office/drawing/2014/main" id="{7D3CF3FA-A4EE-3A4E-94C5-46B3773C1CAB}"/>
              </a:ext>
            </a:extLst>
          </p:cNvPr>
          <p:cNvSpPr>
            <a:spLocks noGrp="1"/>
          </p:cNvSpPr>
          <p:nvPr>
            <p:ph type="title" hasCustomPrompt="1"/>
          </p:nvPr>
        </p:nvSpPr>
        <p:spPr>
          <a:xfrm>
            <a:off x="228599" y="294477"/>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32" name="Text Placeholder 57">
            <a:extLst>
              <a:ext uri="{FF2B5EF4-FFF2-40B4-BE49-F238E27FC236}">
                <a16:creationId xmlns:a16="http://schemas.microsoft.com/office/drawing/2014/main" id="{9BC898E2-BCBF-4446-BABF-861D604C6793}"/>
              </a:ext>
            </a:extLst>
          </p:cNvPr>
          <p:cNvSpPr>
            <a:spLocks noGrp="1"/>
          </p:cNvSpPr>
          <p:nvPr>
            <p:ph type="body" sz="quarter" idx="40" hasCustomPrompt="1"/>
          </p:nvPr>
        </p:nvSpPr>
        <p:spPr>
          <a:xfrm>
            <a:off x="228600" y="714025"/>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893A9CA1-74CC-30CE-3AC1-58A03188B4D4}"/>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254852674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4-8 Pers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3700A0-29DE-834A-B6C2-E3D4696E5DD5}"/>
              </a:ext>
            </a:extLst>
          </p:cNvPr>
          <p:cNvSpPr>
            <a:spLocks noGrp="1"/>
          </p:cNvSpPr>
          <p:nvPr>
            <p:ph type="pic" sz="quarter" idx="27" hasCustomPrompt="1"/>
          </p:nvPr>
        </p:nvSpPr>
        <p:spPr>
          <a:xfrm>
            <a:off x="233819" y="1714499"/>
            <a:ext cx="1512000" cy="1528887"/>
          </a:xfrm>
          <a:prstGeom prst="rect">
            <a:avLst/>
          </a:prstGeom>
        </p:spPr>
        <p:txBody>
          <a:bodyPr anchor="ctr">
            <a:noAutofit/>
          </a:bodyPr>
          <a:lstStyle>
            <a:lvl1pPr marL="0" indent="0" algn="ctr">
              <a:buFont typeface="Arial" panose="020B0604020202020204" pitchFamily="34" charset="0"/>
              <a:buNone/>
              <a:defRPr b="0" i="0">
                <a:latin typeface="TWK Everett" panose="020B0204000000000000" pitchFamily="34" charset="77"/>
              </a:defRPr>
            </a:lvl1pPr>
          </a:lstStyle>
          <a:p>
            <a:r>
              <a:rPr lang="en-US"/>
              <a:t>ADD PHOTO HERE</a:t>
            </a:r>
          </a:p>
        </p:txBody>
      </p:sp>
      <p:sp>
        <p:nvSpPr>
          <p:cNvPr id="12" name="Picture Placeholder 5">
            <a:extLst>
              <a:ext uri="{FF2B5EF4-FFF2-40B4-BE49-F238E27FC236}">
                <a16:creationId xmlns:a16="http://schemas.microsoft.com/office/drawing/2014/main" id="{FB033EB2-943A-4B45-BCB7-8F690C8C2FA8}"/>
              </a:ext>
            </a:extLst>
          </p:cNvPr>
          <p:cNvSpPr>
            <a:spLocks noGrp="1"/>
          </p:cNvSpPr>
          <p:nvPr>
            <p:ph type="pic" sz="quarter" idx="28" hasCustomPrompt="1"/>
          </p:nvPr>
        </p:nvSpPr>
        <p:spPr>
          <a:xfrm>
            <a:off x="2819400" y="1714500"/>
            <a:ext cx="1512000" cy="1528887"/>
          </a:xfrm>
          <a:prstGeom prst="rect">
            <a:avLst/>
          </a:prstGeom>
        </p:spPr>
        <p:txBody>
          <a:bodyPr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13" name="Picture Placeholder 5">
            <a:extLst>
              <a:ext uri="{FF2B5EF4-FFF2-40B4-BE49-F238E27FC236}">
                <a16:creationId xmlns:a16="http://schemas.microsoft.com/office/drawing/2014/main" id="{0A8E385F-9F3A-F34C-B402-8E3D0FAF6512}"/>
              </a:ext>
            </a:extLst>
          </p:cNvPr>
          <p:cNvSpPr>
            <a:spLocks noGrp="1"/>
          </p:cNvSpPr>
          <p:nvPr>
            <p:ph type="pic" sz="quarter" idx="29" hasCustomPrompt="1"/>
          </p:nvPr>
        </p:nvSpPr>
        <p:spPr>
          <a:xfrm>
            <a:off x="4575437" y="1714500"/>
            <a:ext cx="1512000" cy="1528887"/>
          </a:xfrm>
          <a:prstGeom prst="rect">
            <a:avLst/>
          </a:prstGeom>
        </p:spPr>
        <p:txBody>
          <a:bodyPr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14" name="Picture Placeholder 5">
            <a:extLst>
              <a:ext uri="{FF2B5EF4-FFF2-40B4-BE49-F238E27FC236}">
                <a16:creationId xmlns:a16="http://schemas.microsoft.com/office/drawing/2014/main" id="{F3F9DA77-6808-2944-8C0A-444E071E4599}"/>
              </a:ext>
            </a:extLst>
          </p:cNvPr>
          <p:cNvSpPr>
            <a:spLocks noGrp="1"/>
          </p:cNvSpPr>
          <p:nvPr>
            <p:ph type="pic" sz="quarter" idx="30" hasCustomPrompt="1"/>
          </p:nvPr>
        </p:nvSpPr>
        <p:spPr>
          <a:xfrm>
            <a:off x="7627572" y="1714500"/>
            <a:ext cx="1512000" cy="1528887"/>
          </a:xfrm>
          <a:prstGeom prst="rect">
            <a:avLst/>
          </a:prstGeom>
        </p:spPr>
        <p:txBody>
          <a:bodyPr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16" name="Text Placeholder 57">
            <a:extLst>
              <a:ext uri="{FF2B5EF4-FFF2-40B4-BE49-F238E27FC236}">
                <a16:creationId xmlns:a16="http://schemas.microsoft.com/office/drawing/2014/main" id="{B2B820F6-126F-8149-B82A-8DD59FF74529}"/>
              </a:ext>
            </a:extLst>
          </p:cNvPr>
          <p:cNvSpPr>
            <a:spLocks noGrp="1"/>
          </p:cNvSpPr>
          <p:nvPr>
            <p:ph type="body" sz="quarter" idx="31" hasCustomPrompt="1"/>
          </p:nvPr>
        </p:nvSpPr>
        <p:spPr>
          <a:xfrm>
            <a:off x="233820" y="3395323"/>
            <a:ext cx="1512000" cy="277171"/>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17" name="Text Placeholder 57">
            <a:extLst>
              <a:ext uri="{FF2B5EF4-FFF2-40B4-BE49-F238E27FC236}">
                <a16:creationId xmlns:a16="http://schemas.microsoft.com/office/drawing/2014/main" id="{6ABDDB77-D01D-2D45-AB6A-133D17B19CC6}"/>
              </a:ext>
            </a:extLst>
          </p:cNvPr>
          <p:cNvSpPr>
            <a:spLocks noGrp="1"/>
          </p:cNvSpPr>
          <p:nvPr>
            <p:ph type="body" sz="quarter" idx="32" hasCustomPrompt="1"/>
          </p:nvPr>
        </p:nvSpPr>
        <p:spPr>
          <a:xfrm>
            <a:off x="233820" y="3734391"/>
            <a:ext cx="1512000" cy="232382"/>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18" name="Text Placeholder 57">
            <a:extLst>
              <a:ext uri="{FF2B5EF4-FFF2-40B4-BE49-F238E27FC236}">
                <a16:creationId xmlns:a16="http://schemas.microsoft.com/office/drawing/2014/main" id="{FF1B4342-A191-6046-A5F0-BFF28F19A6BD}"/>
              </a:ext>
            </a:extLst>
          </p:cNvPr>
          <p:cNvSpPr>
            <a:spLocks noGrp="1"/>
          </p:cNvSpPr>
          <p:nvPr>
            <p:ph type="body" sz="quarter" idx="33" hasCustomPrompt="1"/>
          </p:nvPr>
        </p:nvSpPr>
        <p:spPr>
          <a:xfrm>
            <a:off x="2819413" y="33953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19" name="Text Placeholder 57">
            <a:extLst>
              <a:ext uri="{FF2B5EF4-FFF2-40B4-BE49-F238E27FC236}">
                <a16:creationId xmlns:a16="http://schemas.microsoft.com/office/drawing/2014/main" id="{B1600CC4-0E13-0843-97B2-BA2085875C30}"/>
              </a:ext>
            </a:extLst>
          </p:cNvPr>
          <p:cNvSpPr>
            <a:spLocks noGrp="1"/>
          </p:cNvSpPr>
          <p:nvPr>
            <p:ph type="body" sz="quarter" idx="34" hasCustomPrompt="1"/>
          </p:nvPr>
        </p:nvSpPr>
        <p:spPr>
          <a:xfrm>
            <a:off x="2819413" y="36896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20" name="Text Placeholder 57">
            <a:extLst>
              <a:ext uri="{FF2B5EF4-FFF2-40B4-BE49-F238E27FC236}">
                <a16:creationId xmlns:a16="http://schemas.microsoft.com/office/drawing/2014/main" id="{5E8E0B01-55EB-4048-BB54-664B94BD7B1B}"/>
              </a:ext>
            </a:extLst>
          </p:cNvPr>
          <p:cNvSpPr>
            <a:spLocks noGrp="1"/>
          </p:cNvSpPr>
          <p:nvPr>
            <p:ph type="body" sz="quarter" idx="35" hasCustomPrompt="1"/>
          </p:nvPr>
        </p:nvSpPr>
        <p:spPr>
          <a:xfrm>
            <a:off x="4575438" y="33953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21" name="Text Placeholder 57">
            <a:extLst>
              <a:ext uri="{FF2B5EF4-FFF2-40B4-BE49-F238E27FC236}">
                <a16:creationId xmlns:a16="http://schemas.microsoft.com/office/drawing/2014/main" id="{BC7BECD0-75FF-3042-BDE3-94019E61C038}"/>
              </a:ext>
            </a:extLst>
          </p:cNvPr>
          <p:cNvSpPr>
            <a:spLocks noGrp="1"/>
          </p:cNvSpPr>
          <p:nvPr>
            <p:ph type="body" sz="quarter" idx="36" hasCustomPrompt="1"/>
          </p:nvPr>
        </p:nvSpPr>
        <p:spPr>
          <a:xfrm>
            <a:off x="4575438" y="36896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22" name="Text Placeholder 57">
            <a:extLst>
              <a:ext uri="{FF2B5EF4-FFF2-40B4-BE49-F238E27FC236}">
                <a16:creationId xmlns:a16="http://schemas.microsoft.com/office/drawing/2014/main" id="{8A6F00F2-D50A-574E-A221-C293AC5D87F9}"/>
              </a:ext>
            </a:extLst>
          </p:cNvPr>
          <p:cNvSpPr>
            <a:spLocks noGrp="1"/>
          </p:cNvSpPr>
          <p:nvPr>
            <p:ph type="body" sz="quarter" idx="37" hasCustomPrompt="1"/>
          </p:nvPr>
        </p:nvSpPr>
        <p:spPr>
          <a:xfrm>
            <a:off x="7627560" y="33953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23" name="Text Placeholder 57">
            <a:extLst>
              <a:ext uri="{FF2B5EF4-FFF2-40B4-BE49-F238E27FC236}">
                <a16:creationId xmlns:a16="http://schemas.microsoft.com/office/drawing/2014/main" id="{E8139806-FAC2-774B-8754-D3B9129FDC3D}"/>
              </a:ext>
            </a:extLst>
          </p:cNvPr>
          <p:cNvSpPr>
            <a:spLocks noGrp="1"/>
          </p:cNvSpPr>
          <p:nvPr>
            <p:ph type="body" sz="quarter" idx="38" hasCustomPrompt="1"/>
          </p:nvPr>
        </p:nvSpPr>
        <p:spPr>
          <a:xfrm>
            <a:off x="7627560" y="36896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48" name="Picture Placeholder 5">
            <a:extLst>
              <a:ext uri="{FF2B5EF4-FFF2-40B4-BE49-F238E27FC236}">
                <a16:creationId xmlns:a16="http://schemas.microsoft.com/office/drawing/2014/main" id="{6A8C7DF1-F337-EC49-B05B-13C6FB2E93AF}"/>
              </a:ext>
            </a:extLst>
          </p:cNvPr>
          <p:cNvSpPr>
            <a:spLocks noGrp="1"/>
          </p:cNvSpPr>
          <p:nvPr>
            <p:ph type="pic" sz="quarter" idx="39" hasCustomPrompt="1"/>
          </p:nvPr>
        </p:nvSpPr>
        <p:spPr>
          <a:xfrm>
            <a:off x="9368761" y="1714500"/>
            <a:ext cx="1512000" cy="1528887"/>
          </a:xfrm>
          <a:prstGeom prst="rect">
            <a:avLst/>
          </a:prstGeom>
        </p:spPr>
        <p:txBody>
          <a:bodyPr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49" name="Text Placeholder 57">
            <a:extLst>
              <a:ext uri="{FF2B5EF4-FFF2-40B4-BE49-F238E27FC236}">
                <a16:creationId xmlns:a16="http://schemas.microsoft.com/office/drawing/2014/main" id="{72914EC1-F551-494C-AB2B-F015EEF053CB}"/>
              </a:ext>
            </a:extLst>
          </p:cNvPr>
          <p:cNvSpPr>
            <a:spLocks noGrp="1"/>
          </p:cNvSpPr>
          <p:nvPr>
            <p:ph type="body" sz="quarter" idx="40" hasCustomPrompt="1"/>
          </p:nvPr>
        </p:nvSpPr>
        <p:spPr>
          <a:xfrm>
            <a:off x="9368775" y="33953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50" name="Text Placeholder 57">
            <a:extLst>
              <a:ext uri="{FF2B5EF4-FFF2-40B4-BE49-F238E27FC236}">
                <a16:creationId xmlns:a16="http://schemas.microsoft.com/office/drawing/2014/main" id="{CCFFABBE-6F7E-E64A-9FA8-9B23B70A1D7F}"/>
              </a:ext>
            </a:extLst>
          </p:cNvPr>
          <p:cNvSpPr>
            <a:spLocks noGrp="1"/>
          </p:cNvSpPr>
          <p:nvPr>
            <p:ph type="body" sz="quarter" idx="41" hasCustomPrompt="1"/>
          </p:nvPr>
        </p:nvSpPr>
        <p:spPr>
          <a:xfrm>
            <a:off x="9368775" y="36896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51" name="Picture Placeholder 5">
            <a:extLst>
              <a:ext uri="{FF2B5EF4-FFF2-40B4-BE49-F238E27FC236}">
                <a16:creationId xmlns:a16="http://schemas.microsoft.com/office/drawing/2014/main" id="{EC564B29-DBC8-B145-A90E-D7D31E17F1A4}"/>
              </a:ext>
            </a:extLst>
          </p:cNvPr>
          <p:cNvSpPr>
            <a:spLocks noGrp="1"/>
          </p:cNvSpPr>
          <p:nvPr>
            <p:ph type="pic" sz="quarter" idx="42" hasCustomPrompt="1"/>
          </p:nvPr>
        </p:nvSpPr>
        <p:spPr>
          <a:xfrm>
            <a:off x="2819400" y="4267200"/>
            <a:ext cx="1512000" cy="1528887"/>
          </a:xfrm>
          <a:prstGeom prst="rect">
            <a:avLst/>
          </a:prstGeom>
        </p:spPr>
        <p:txBody>
          <a:bodyPr anchor="ctr">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52" name="Picture Placeholder 5">
            <a:extLst>
              <a:ext uri="{FF2B5EF4-FFF2-40B4-BE49-F238E27FC236}">
                <a16:creationId xmlns:a16="http://schemas.microsoft.com/office/drawing/2014/main" id="{5CBBEB45-0860-9C48-AAFB-DA5D97E359DB}"/>
              </a:ext>
            </a:extLst>
          </p:cNvPr>
          <p:cNvSpPr>
            <a:spLocks noGrp="1"/>
          </p:cNvSpPr>
          <p:nvPr>
            <p:ph type="pic" sz="quarter" idx="43" hasCustomPrompt="1"/>
          </p:nvPr>
        </p:nvSpPr>
        <p:spPr>
          <a:xfrm>
            <a:off x="4572000" y="4267200"/>
            <a:ext cx="1512000" cy="1528887"/>
          </a:xfrm>
          <a:prstGeom prst="rect">
            <a:avLst/>
          </a:prstGeom>
        </p:spPr>
        <p:txBody>
          <a:bodyPr anchor="ctr">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53" name="Picture Placeholder 5">
            <a:extLst>
              <a:ext uri="{FF2B5EF4-FFF2-40B4-BE49-F238E27FC236}">
                <a16:creationId xmlns:a16="http://schemas.microsoft.com/office/drawing/2014/main" id="{5E3A23D0-9830-8048-8B42-F3CA60156086}"/>
              </a:ext>
            </a:extLst>
          </p:cNvPr>
          <p:cNvSpPr>
            <a:spLocks noGrp="1"/>
          </p:cNvSpPr>
          <p:nvPr>
            <p:ph type="pic" sz="quarter" idx="44" hasCustomPrompt="1"/>
          </p:nvPr>
        </p:nvSpPr>
        <p:spPr>
          <a:xfrm>
            <a:off x="7619999" y="4267200"/>
            <a:ext cx="1512000" cy="1528887"/>
          </a:xfrm>
          <a:prstGeom prst="rect">
            <a:avLst/>
          </a:prstGeom>
        </p:spPr>
        <p:txBody>
          <a:bodyPr anchor="ctr">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b="0" i="0">
                <a:latin typeface="TWK Everett" panose="020B0204000000000000" pitchFamily="34" charset="77"/>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PHOTO HERE</a:t>
            </a:r>
          </a:p>
        </p:txBody>
      </p:sp>
      <p:sp>
        <p:nvSpPr>
          <p:cNvPr id="54" name="Text Placeholder 57">
            <a:extLst>
              <a:ext uri="{FF2B5EF4-FFF2-40B4-BE49-F238E27FC236}">
                <a16:creationId xmlns:a16="http://schemas.microsoft.com/office/drawing/2014/main" id="{76ACB4EF-278F-E541-939B-B6B3CC5C4B59}"/>
              </a:ext>
            </a:extLst>
          </p:cNvPr>
          <p:cNvSpPr>
            <a:spLocks noGrp="1"/>
          </p:cNvSpPr>
          <p:nvPr>
            <p:ph type="body" sz="quarter" idx="45" hasCustomPrompt="1"/>
          </p:nvPr>
        </p:nvSpPr>
        <p:spPr>
          <a:xfrm>
            <a:off x="2815987" y="59480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55" name="Text Placeholder 57">
            <a:extLst>
              <a:ext uri="{FF2B5EF4-FFF2-40B4-BE49-F238E27FC236}">
                <a16:creationId xmlns:a16="http://schemas.microsoft.com/office/drawing/2014/main" id="{CE0EAFE2-1B77-834B-80F8-5BFA0E7621AD}"/>
              </a:ext>
            </a:extLst>
          </p:cNvPr>
          <p:cNvSpPr>
            <a:spLocks noGrp="1"/>
          </p:cNvSpPr>
          <p:nvPr>
            <p:ph type="body" sz="quarter" idx="46" hasCustomPrompt="1"/>
          </p:nvPr>
        </p:nvSpPr>
        <p:spPr>
          <a:xfrm>
            <a:off x="2815987" y="62423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56" name="Text Placeholder 57">
            <a:extLst>
              <a:ext uri="{FF2B5EF4-FFF2-40B4-BE49-F238E27FC236}">
                <a16:creationId xmlns:a16="http://schemas.microsoft.com/office/drawing/2014/main" id="{CF17D70D-4BB0-4347-B562-FFF0B31BD3EC}"/>
              </a:ext>
            </a:extLst>
          </p:cNvPr>
          <p:cNvSpPr>
            <a:spLocks noGrp="1"/>
          </p:cNvSpPr>
          <p:nvPr>
            <p:ph type="body" sz="quarter" idx="47" hasCustomPrompt="1"/>
          </p:nvPr>
        </p:nvSpPr>
        <p:spPr>
          <a:xfrm>
            <a:off x="4572000" y="59480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57" name="Text Placeholder 57">
            <a:extLst>
              <a:ext uri="{FF2B5EF4-FFF2-40B4-BE49-F238E27FC236}">
                <a16:creationId xmlns:a16="http://schemas.microsoft.com/office/drawing/2014/main" id="{1D4F9C0D-1795-924F-8193-D71FF1184747}"/>
              </a:ext>
            </a:extLst>
          </p:cNvPr>
          <p:cNvSpPr>
            <a:spLocks noGrp="1"/>
          </p:cNvSpPr>
          <p:nvPr>
            <p:ph type="body" sz="quarter" idx="48" hasCustomPrompt="1"/>
          </p:nvPr>
        </p:nvSpPr>
        <p:spPr>
          <a:xfrm>
            <a:off x="4572000" y="62423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58" name="Text Placeholder 57">
            <a:extLst>
              <a:ext uri="{FF2B5EF4-FFF2-40B4-BE49-F238E27FC236}">
                <a16:creationId xmlns:a16="http://schemas.microsoft.com/office/drawing/2014/main" id="{71A7BF9A-B896-0448-889A-ADCA45DC590B}"/>
              </a:ext>
            </a:extLst>
          </p:cNvPr>
          <p:cNvSpPr>
            <a:spLocks noGrp="1"/>
          </p:cNvSpPr>
          <p:nvPr>
            <p:ph type="body" sz="quarter" idx="49" hasCustomPrompt="1"/>
          </p:nvPr>
        </p:nvSpPr>
        <p:spPr>
          <a:xfrm>
            <a:off x="7620013" y="5948023"/>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FF462D"/>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Name Last</a:t>
            </a:r>
          </a:p>
        </p:txBody>
      </p:sp>
      <p:sp>
        <p:nvSpPr>
          <p:cNvPr id="59" name="Text Placeholder 57">
            <a:extLst>
              <a:ext uri="{FF2B5EF4-FFF2-40B4-BE49-F238E27FC236}">
                <a16:creationId xmlns:a16="http://schemas.microsoft.com/office/drawing/2014/main" id="{C61426B2-4DDC-E948-AB1D-24296D6D19E0}"/>
              </a:ext>
            </a:extLst>
          </p:cNvPr>
          <p:cNvSpPr>
            <a:spLocks noGrp="1"/>
          </p:cNvSpPr>
          <p:nvPr>
            <p:ph type="body" sz="quarter" idx="50" hasCustomPrompt="1"/>
          </p:nvPr>
        </p:nvSpPr>
        <p:spPr>
          <a:xfrm>
            <a:off x="7620013" y="6242302"/>
            <a:ext cx="1512000" cy="313129"/>
          </a:xfrm>
          <a:prstGeom prst="rect">
            <a:avLst/>
          </a:prstGeom>
        </p:spPr>
        <p:txBody>
          <a:bodyPr vert="horz" lIns="0" tIns="0" rIns="0" bIns="0" rtlCol="0" anchor="t">
            <a:noAutofit/>
          </a:bodyPr>
          <a:lstStyle>
            <a:lvl1pPr marL="0" indent="0" algn="l">
              <a:lnSpc>
                <a:spcPct val="100000"/>
              </a:lnSpc>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Job title</a:t>
            </a:r>
          </a:p>
        </p:txBody>
      </p:sp>
      <p:sp>
        <p:nvSpPr>
          <p:cNvPr id="31" name="Slide Number Placeholder 5">
            <a:extLst>
              <a:ext uri="{FF2B5EF4-FFF2-40B4-BE49-F238E27FC236}">
                <a16:creationId xmlns:a16="http://schemas.microsoft.com/office/drawing/2014/main" id="{FA9BC06C-D2E7-6D48-8415-2205C0DC841E}"/>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37" name="Title 1">
            <a:extLst>
              <a:ext uri="{FF2B5EF4-FFF2-40B4-BE49-F238E27FC236}">
                <a16:creationId xmlns:a16="http://schemas.microsoft.com/office/drawing/2014/main" id="{26779BA8-C97F-874A-8BBE-7ACBBB2682F8}"/>
              </a:ext>
            </a:extLst>
          </p:cNvPr>
          <p:cNvSpPr>
            <a:spLocks noGrp="1"/>
          </p:cNvSpPr>
          <p:nvPr>
            <p:ph type="title" hasCustomPrompt="1"/>
          </p:nvPr>
        </p:nvSpPr>
        <p:spPr>
          <a:xfrm>
            <a:off x="228599" y="294477"/>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38" name="Text Placeholder 57">
            <a:extLst>
              <a:ext uri="{FF2B5EF4-FFF2-40B4-BE49-F238E27FC236}">
                <a16:creationId xmlns:a16="http://schemas.microsoft.com/office/drawing/2014/main" id="{9B4AF5FC-3E30-3C49-AFCF-90344C8AAF75}"/>
              </a:ext>
            </a:extLst>
          </p:cNvPr>
          <p:cNvSpPr>
            <a:spLocks noGrp="1"/>
          </p:cNvSpPr>
          <p:nvPr>
            <p:ph type="body" sz="quarter" idx="51" hasCustomPrompt="1"/>
          </p:nvPr>
        </p:nvSpPr>
        <p:spPr>
          <a:xfrm>
            <a:off x="228600" y="714025"/>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0FC216E6-B03C-D559-A95A-7195EB2DD98A}"/>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8929295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 3 Data Series (Right) Clou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C938A9-452C-1549-BE20-0A5AA1D7F600}"/>
              </a:ext>
            </a:extLst>
          </p:cNvPr>
          <p:cNvSpPr/>
          <p:nvPr userDrawn="1"/>
        </p:nvSpPr>
        <p:spPr>
          <a:xfrm>
            <a:off x="6096000" y="0"/>
            <a:ext cx="6096001" cy="6858000"/>
          </a:xfrm>
          <a:prstGeom prst="rect">
            <a:avLst/>
          </a:prstGeom>
          <a:solidFill>
            <a:srgbClr val="E4F4F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latin typeface="TWK Everett" panose="020B0204000000000000" pitchFamily="34" charset="77"/>
            </a:endParaRPr>
          </a:p>
        </p:txBody>
      </p:sp>
      <p:sp>
        <p:nvSpPr>
          <p:cNvPr id="17" name="Chart Placeholder 16">
            <a:extLst>
              <a:ext uri="{FF2B5EF4-FFF2-40B4-BE49-F238E27FC236}">
                <a16:creationId xmlns:a16="http://schemas.microsoft.com/office/drawing/2014/main" id="{968EB040-BF86-1A41-8C69-5DED5E27CDE2}"/>
              </a:ext>
            </a:extLst>
          </p:cNvPr>
          <p:cNvSpPr>
            <a:spLocks noGrp="1"/>
          </p:cNvSpPr>
          <p:nvPr>
            <p:ph type="chart" sz="quarter" idx="29" hasCustomPrompt="1"/>
          </p:nvPr>
        </p:nvSpPr>
        <p:spPr>
          <a:xfrm>
            <a:off x="9381035" y="343425"/>
            <a:ext cx="2590800" cy="1627755"/>
          </a:xfrm>
          <a:prstGeom prst="rect">
            <a:avLst/>
          </a:prstGeom>
        </p:spPr>
        <p:txBody>
          <a:bodyPr>
            <a:noAutofit/>
          </a:bodyPr>
          <a:lstStyle>
            <a:lvl1pPr marL="0" indent="0">
              <a:buNone/>
              <a:defRPr b="0" i="0">
                <a:latin typeface="TWK Everett" panose="020B0204000000000000" pitchFamily="34" charset="77"/>
              </a:defRPr>
            </a:lvl1pPr>
          </a:lstStyle>
          <a:p>
            <a:r>
              <a:rPr lang="en-US"/>
              <a:t>PIE CHART</a:t>
            </a:r>
          </a:p>
        </p:txBody>
      </p:sp>
      <p:sp>
        <p:nvSpPr>
          <p:cNvPr id="18" name="Chart Placeholder 16">
            <a:extLst>
              <a:ext uri="{FF2B5EF4-FFF2-40B4-BE49-F238E27FC236}">
                <a16:creationId xmlns:a16="http://schemas.microsoft.com/office/drawing/2014/main" id="{43FB1247-FEB8-FD44-8B83-7FE927AF1171}"/>
              </a:ext>
            </a:extLst>
          </p:cNvPr>
          <p:cNvSpPr>
            <a:spLocks noGrp="1"/>
          </p:cNvSpPr>
          <p:nvPr>
            <p:ph type="chart" sz="quarter" idx="30" hasCustomPrompt="1"/>
          </p:nvPr>
        </p:nvSpPr>
        <p:spPr>
          <a:xfrm>
            <a:off x="9372600" y="2490724"/>
            <a:ext cx="2590800" cy="1648303"/>
          </a:xfrm>
          <a:prstGeom prst="rect">
            <a:avLst/>
          </a:prstGeom>
        </p:spPr>
        <p:txBody>
          <a:bodyPr>
            <a:noAutofit/>
          </a:bodyPr>
          <a:lstStyle>
            <a:lvl1pPr marL="0" indent="0">
              <a:buNone/>
              <a:defRPr b="0" i="0">
                <a:latin typeface="TWK Everett" panose="020B0204000000000000" pitchFamily="34" charset="77"/>
              </a:defRPr>
            </a:lvl1pPr>
          </a:lstStyle>
          <a:p>
            <a:r>
              <a:rPr lang="en-US"/>
              <a:t>PIE CHART</a:t>
            </a:r>
          </a:p>
        </p:txBody>
      </p:sp>
      <p:sp>
        <p:nvSpPr>
          <p:cNvPr id="19" name="Chart Placeholder 16">
            <a:extLst>
              <a:ext uri="{FF2B5EF4-FFF2-40B4-BE49-F238E27FC236}">
                <a16:creationId xmlns:a16="http://schemas.microsoft.com/office/drawing/2014/main" id="{4AE38E9C-5D6C-C948-B3A6-E27F18CF72CF}"/>
              </a:ext>
            </a:extLst>
          </p:cNvPr>
          <p:cNvSpPr>
            <a:spLocks noGrp="1"/>
          </p:cNvSpPr>
          <p:nvPr>
            <p:ph type="chart" sz="quarter" idx="31" hasCustomPrompt="1"/>
          </p:nvPr>
        </p:nvSpPr>
        <p:spPr>
          <a:xfrm>
            <a:off x="9372601" y="4638023"/>
            <a:ext cx="2590800" cy="1648303"/>
          </a:xfrm>
          <a:prstGeom prst="rect">
            <a:avLst/>
          </a:prstGeom>
        </p:spPr>
        <p:txBody>
          <a:bodyPr>
            <a:noAutofit/>
          </a:bodyPr>
          <a:lstStyle>
            <a:lvl1pPr marL="0" indent="0">
              <a:buNone/>
              <a:defRPr b="0" i="0">
                <a:latin typeface="TWK Everett" panose="020B0204000000000000" pitchFamily="34" charset="77"/>
              </a:defRPr>
            </a:lvl1pPr>
          </a:lstStyle>
          <a:p>
            <a:r>
              <a:rPr lang="en-US"/>
              <a:t>PIE CHART</a:t>
            </a:r>
          </a:p>
        </p:txBody>
      </p:sp>
      <p:sp>
        <p:nvSpPr>
          <p:cNvPr id="32" name="Content Placeholder 2">
            <a:extLst>
              <a:ext uri="{FF2B5EF4-FFF2-40B4-BE49-F238E27FC236}">
                <a16:creationId xmlns:a16="http://schemas.microsoft.com/office/drawing/2014/main" id="{1E43EDBF-C7F2-D34C-9A7D-2CB4701F2206}"/>
              </a:ext>
            </a:extLst>
          </p:cNvPr>
          <p:cNvSpPr>
            <a:spLocks noGrp="1"/>
          </p:cNvSpPr>
          <p:nvPr>
            <p:ph idx="1" hasCustomPrompt="1"/>
          </p:nvPr>
        </p:nvSpPr>
        <p:spPr>
          <a:xfrm>
            <a:off x="6610928" y="2490724"/>
            <a:ext cx="1924521" cy="879674"/>
          </a:xfrm>
          <a:prstGeom prst="rect">
            <a:avLst/>
          </a:prstGeom>
        </p:spPr>
        <p:txBody>
          <a:bodyPr lIns="0" tIns="0" rIns="0" bIns="0" anchor="t">
            <a:noAutofit/>
          </a:bodyPr>
          <a:lstStyle>
            <a:lvl1pPr marL="0" indent="0">
              <a:lnSpc>
                <a:spcPct val="100000"/>
              </a:lnSpc>
              <a:buNone/>
              <a:defRPr sz="6200" b="0" i="0">
                <a:ln w="12700">
                  <a:solidFill>
                    <a:srgbClr val="042315"/>
                  </a:solidFill>
                </a:ln>
                <a:noFill/>
                <a:latin typeface="TWK Everett" panose="020B0204000000000000" pitchFamily="34" charset="77"/>
              </a:defRPr>
            </a:lvl1pPr>
          </a:lstStyle>
          <a:p>
            <a:pPr lvl="0"/>
            <a:r>
              <a:rPr lang="en-US"/>
              <a:t>43%</a:t>
            </a:r>
          </a:p>
        </p:txBody>
      </p:sp>
      <p:sp>
        <p:nvSpPr>
          <p:cNvPr id="33" name="Content Placeholder 2">
            <a:extLst>
              <a:ext uri="{FF2B5EF4-FFF2-40B4-BE49-F238E27FC236}">
                <a16:creationId xmlns:a16="http://schemas.microsoft.com/office/drawing/2014/main" id="{6074238C-8160-2049-9CB5-36B4F32B666E}"/>
              </a:ext>
            </a:extLst>
          </p:cNvPr>
          <p:cNvSpPr>
            <a:spLocks noGrp="1"/>
          </p:cNvSpPr>
          <p:nvPr>
            <p:ph idx="27" hasCustomPrompt="1"/>
          </p:nvPr>
        </p:nvSpPr>
        <p:spPr>
          <a:xfrm>
            <a:off x="6610928" y="4638023"/>
            <a:ext cx="1924521" cy="879674"/>
          </a:xfrm>
          <a:prstGeom prst="rect">
            <a:avLst/>
          </a:prstGeom>
        </p:spPr>
        <p:txBody>
          <a:bodyPr lIns="0" tIns="0" rIns="0" bIns="0" anchor="t">
            <a:noAutofit/>
          </a:bodyPr>
          <a:lstStyle>
            <a:lvl1pPr marL="0" indent="0">
              <a:lnSpc>
                <a:spcPct val="100000"/>
              </a:lnSpc>
              <a:buNone/>
              <a:defRPr sz="6200" b="0" i="0">
                <a:ln w="12700">
                  <a:solidFill>
                    <a:srgbClr val="042315"/>
                  </a:solidFill>
                </a:ln>
                <a:noFill/>
                <a:latin typeface="TWK Everett" panose="020B0204000000000000" pitchFamily="34" charset="77"/>
              </a:defRPr>
            </a:lvl1pPr>
          </a:lstStyle>
          <a:p>
            <a:pPr lvl="0"/>
            <a:r>
              <a:rPr lang="en-US"/>
              <a:t>43%</a:t>
            </a:r>
          </a:p>
        </p:txBody>
      </p:sp>
      <p:sp>
        <p:nvSpPr>
          <p:cNvPr id="34" name="Content Placeholder 2">
            <a:extLst>
              <a:ext uri="{FF2B5EF4-FFF2-40B4-BE49-F238E27FC236}">
                <a16:creationId xmlns:a16="http://schemas.microsoft.com/office/drawing/2014/main" id="{BA20546B-74D7-664A-AEC5-81567BA99A6D}"/>
              </a:ext>
            </a:extLst>
          </p:cNvPr>
          <p:cNvSpPr>
            <a:spLocks noGrp="1"/>
          </p:cNvSpPr>
          <p:nvPr>
            <p:ph idx="28" hasCustomPrompt="1"/>
          </p:nvPr>
        </p:nvSpPr>
        <p:spPr>
          <a:xfrm>
            <a:off x="6610928" y="343425"/>
            <a:ext cx="1924521" cy="879674"/>
          </a:xfrm>
          <a:prstGeom prst="rect">
            <a:avLst/>
          </a:prstGeom>
        </p:spPr>
        <p:txBody>
          <a:bodyPr lIns="0" tIns="0" rIns="0" bIns="0" anchor="t">
            <a:noAutofit/>
          </a:bodyPr>
          <a:lstStyle>
            <a:lvl1pPr marL="0" indent="0">
              <a:lnSpc>
                <a:spcPct val="100000"/>
              </a:lnSpc>
              <a:buNone/>
              <a:defRPr sz="6200" b="0" i="0">
                <a:ln w="12700">
                  <a:solidFill>
                    <a:srgbClr val="042315"/>
                  </a:solidFill>
                </a:ln>
                <a:noFill/>
                <a:latin typeface="TWK Everett" panose="020B0204000000000000" pitchFamily="34" charset="77"/>
              </a:defRPr>
            </a:lvl1pPr>
          </a:lstStyle>
          <a:p>
            <a:pPr lvl="0"/>
            <a:r>
              <a:rPr lang="en-US"/>
              <a:t>43%</a:t>
            </a:r>
          </a:p>
        </p:txBody>
      </p:sp>
      <p:sp>
        <p:nvSpPr>
          <p:cNvPr id="35" name="Text Placeholder 4">
            <a:extLst>
              <a:ext uri="{FF2B5EF4-FFF2-40B4-BE49-F238E27FC236}">
                <a16:creationId xmlns:a16="http://schemas.microsoft.com/office/drawing/2014/main" id="{C7F5C8C4-19DE-3741-811C-580DA2685526}"/>
              </a:ext>
            </a:extLst>
          </p:cNvPr>
          <p:cNvSpPr>
            <a:spLocks noGrp="1"/>
          </p:cNvSpPr>
          <p:nvPr>
            <p:ph type="body" sz="quarter" idx="32" hasCustomPrompt="1"/>
          </p:nvPr>
        </p:nvSpPr>
        <p:spPr>
          <a:xfrm>
            <a:off x="6610928" y="1256199"/>
            <a:ext cx="1924520" cy="714981"/>
          </a:xfrm>
          <a:prstGeom prst="rect">
            <a:avLst/>
          </a:prstGeom>
        </p:spPr>
        <p:txBody>
          <a:bodyPr lIns="0" tIns="0" rIns="0" bIns="0">
            <a:noAutofit/>
          </a:bodyPr>
          <a:lstStyle>
            <a:lvl1pPr marL="0" indent="0" algn="l">
              <a:buNone/>
              <a:defRPr sz="1200" b="0" i="0">
                <a:solidFill>
                  <a:srgbClr val="3D3C3C"/>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36" name="Text Placeholder 4">
            <a:extLst>
              <a:ext uri="{FF2B5EF4-FFF2-40B4-BE49-F238E27FC236}">
                <a16:creationId xmlns:a16="http://schemas.microsoft.com/office/drawing/2014/main" id="{EFF18462-2306-9A4F-AA43-F1AF90986DEC}"/>
              </a:ext>
            </a:extLst>
          </p:cNvPr>
          <p:cNvSpPr>
            <a:spLocks noGrp="1"/>
          </p:cNvSpPr>
          <p:nvPr>
            <p:ph type="body" sz="quarter" idx="33" hasCustomPrompt="1"/>
          </p:nvPr>
        </p:nvSpPr>
        <p:spPr>
          <a:xfrm>
            <a:off x="6610928" y="3424046"/>
            <a:ext cx="1924521" cy="714981"/>
          </a:xfrm>
          <a:prstGeom prst="rect">
            <a:avLst/>
          </a:prstGeom>
        </p:spPr>
        <p:txBody>
          <a:bodyPr lIns="0" tIns="0" rIns="0" bIns="0">
            <a:noAutofit/>
          </a:bodyPr>
          <a:lstStyle>
            <a:lvl1pPr marL="0" indent="0" algn="l">
              <a:buNone/>
              <a:defRPr sz="1200" b="0" i="0">
                <a:solidFill>
                  <a:srgbClr val="3D3C3C"/>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37" name="Text Placeholder 4">
            <a:extLst>
              <a:ext uri="{FF2B5EF4-FFF2-40B4-BE49-F238E27FC236}">
                <a16:creationId xmlns:a16="http://schemas.microsoft.com/office/drawing/2014/main" id="{F6ABDC22-19AC-AE45-9A2A-DF2146AE0CC5}"/>
              </a:ext>
            </a:extLst>
          </p:cNvPr>
          <p:cNvSpPr>
            <a:spLocks noGrp="1"/>
          </p:cNvSpPr>
          <p:nvPr>
            <p:ph type="body" sz="quarter" idx="34" hasCustomPrompt="1"/>
          </p:nvPr>
        </p:nvSpPr>
        <p:spPr>
          <a:xfrm>
            <a:off x="6610928" y="5571345"/>
            <a:ext cx="1924520" cy="714981"/>
          </a:xfrm>
          <a:prstGeom prst="rect">
            <a:avLst/>
          </a:prstGeom>
        </p:spPr>
        <p:txBody>
          <a:bodyPr lIns="0" tIns="0" rIns="0" bIns="0">
            <a:noAutofit/>
          </a:bodyPr>
          <a:lstStyle>
            <a:lvl1pPr marL="0" indent="0" algn="l">
              <a:buNone/>
              <a:defRPr sz="1200" b="0" i="0">
                <a:solidFill>
                  <a:srgbClr val="3D3C3C"/>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23" name="Slide Number Placeholder 5">
            <a:extLst>
              <a:ext uri="{FF2B5EF4-FFF2-40B4-BE49-F238E27FC236}">
                <a16:creationId xmlns:a16="http://schemas.microsoft.com/office/drawing/2014/main" id="{62E7A7F0-3DA6-7544-8D17-6D264BC7A8FD}"/>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25" name="Text Placeholder 4">
            <a:extLst>
              <a:ext uri="{FF2B5EF4-FFF2-40B4-BE49-F238E27FC236}">
                <a16:creationId xmlns:a16="http://schemas.microsoft.com/office/drawing/2014/main" id="{7C6E41A1-9410-294A-9B62-24ED3286BA8D}"/>
              </a:ext>
            </a:extLst>
          </p:cNvPr>
          <p:cNvSpPr>
            <a:spLocks noGrp="1"/>
          </p:cNvSpPr>
          <p:nvPr>
            <p:ph type="body" sz="quarter" idx="16" hasCustomPrompt="1"/>
          </p:nvPr>
        </p:nvSpPr>
        <p:spPr>
          <a:xfrm>
            <a:off x="228600" y="1325706"/>
            <a:ext cx="4343400" cy="1147297"/>
          </a:xfrm>
          <a:prstGeom prst="rect">
            <a:avLst/>
          </a:prstGeom>
        </p:spPr>
        <p:txBody>
          <a:bodyPr lIns="0" tIns="0" rIns="0" bIns="0">
            <a:noAutofit/>
          </a:bodyPr>
          <a:lstStyle>
            <a:lvl1pPr marL="0" indent="0">
              <a:buNone/>
              <a:defRPr sz="3200" b="0" i="0">
                <a:solidFill>
                  <a:srgbClr val="FF462D"/>
                </a:solidFill>
                <a:latin typeface="TWK Everett" panose="020B0204000000000000" pitchFamily="34" charset="77"/>
              </a:defRPr>
            </a:lvl1pPr>
          </a:lstStyle>
          <a:p>
            <a:pPr lvl="0"/>
            <a:r>
              <a:rPr lang="en-US"/>
              <a:t>Add body text here– as a caption</a:t>
            </a:r>
          </a:p>
        </p:txBody>
      </p:sp>
      <p:sp>
        <p:nvSpPr>
          <p:cNvPr id="30" name="Title 1">
            <a:extLst>
              <a:ext uri="{FF2B5EF4-FFF2-40B4-BE49-F238E27FC236}">
                <a16:creationId xmlns:a16="http://schemas.microsoft.com/office/drawing/2014/main" id="{98A5121F-BAA4-6F4A-84C2-849E6A9D7D5D}"/>
              </a:ext>
            </a:extLst>
          </p:cNvPr>
          <p:cNvSpPr>
            <a:spLocks noGrp="1"/>
          </p:cNvSpPr>
          <p:nvPr>
            <p:ph type="title" hasCustomPrompt="1"/>
          </p:nvPr>
        </p:nvSpPr>
        <p:spPr>
          <a:xfrm>
            <a:off x="228599" y="294477"/>
            <a:ext cx="56388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31" name="Text Placeholder 57">
            <a:extLst>
              <a:ext uri="{FF2B5EF4-FFF2-40B4-BE49-F238E27FC236}">
                <a16:creationId xmlns:a16="http://schemas.microsoft.com/office/drawing/2014/main" id="{47EF89B8-95D8-6540-9368-4EFED80D5274}"/>
              </a:ext>
            </a:extLst>
          </p:cNvPr>
          <p:cNvSpPr>
            <a:spLocks noGrp="1"/>
          </p:cNvSpPr>
          <p:nvPr>
            <p:ph type="body" sz="quarter" idx="51" hasCustomPrompt="1"/>
          </p:nvPr>
        </p:nvSpPr>
        <p:spPr>
          <a:xfrm>
            <a:off x="228600" y="714025"/>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38" name="Text Placeholder 2">
            <a:extLst>
              <a:ext uri="{FF2B5EF4-FFF2-40B4-BE49-F238E27FC236}">
                <a16:creationId xmlns:a16="http://schemas.microsoft.com/office/drawing/2014/main" id="{6B5337DD-68B3-1441-805E-A5E5D14B595E}"/>
              </a:ext>
            </a:extLst>
          </p:cNvPr>
          <p:cNvSpPr>
            <a:spLocks noGrp="1"/>
          </p:cNvSpPr>
          <p:nvPr>
            <p:ph type="body" sz="quarter" idx="52" hasCustomPrompt="1"/>
          </p:nvPr>
        </p:nvSpPr>
        <p:spPr>
          <a:xfrm>
            <a:off x="228600" y="3277126"/>
            <a:ext cx="4343164" cy="2742673"/>
          </a:xfrm>
        </p:spPr>
        <p:txBody>
          <a:bodyPr/>
          <a:lstStyle>
            <a:lvl1pPr>
              <a:defRPr sz="1200">
                <a:solidFill>
                  <a:srgbClr val="3D3C3C"/>
                </a:solidFill>
              </a:defRPr>
            </a:lvl1pPr>
            <a:lvl2pPr>
              <a:defRPr sz="1200">
                <a:solidFill>
                  <a:srgbClr val="3D3C3C"/>
                </a:solidFill>
              </a:defRPr>
            </a:lvl2pPr>
            <a:lvl3pPr marL="690563" indent="-163513">
              <a:buFont typeface="Courier New" panose="02070309020205020404" pitchFamily="49" charset="0"/>
              <a:buChar char="o"/>
              <a:tabLst/>
              <a:defRPr sz="1200">
                <a:solidFill>
                  <a:srgbClr val="3D3C3C"/>
                </a:solidFill>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61689206-3542-CB8B-AEBE-A0DEB1920FFA}"/>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8041516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 3 Data Series (Right)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C938A9-452C-1549-BE20-0A5AA1D7F600}"/>
              </a:ext>
            </a:extLst>
          </p:cNvPr>
          <p:cNvSpPr/>
          <p:nvPr userDrawn="1"/>
        </p:nvSpPr>
        <p:spPr>
          <a:xfrm>
            <a:off x="6096000" y="0"/>
            <a:ext cx="6096001" cy="6858000"/>
          </a:xfrm>
          <a:prstGeom prst="rect">
            <a:avLst/>
          </a:prstGeom>
          <a:solidFill>
            <a:srgbClr val="E4F4F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latin typeface="TWK Everett" panose="020B0204000000000000" pitchFamily="34" charset="77"/>
            </a:endParaRPr>
          </a:p>
        </p:txBody>
      </p:sp>
      <p:sp>
        <p:nvSpPr>
          <p:cNvPr id="47" name="Content Placeholder 2">
            <a:extLst>
              <a:ext uri="{FF2B5EF4-FFF2-40B4-BE49-F238E27FC236}">
                <a16:creationId xmlns:a16="http://schemas.microsoft.com/office/drawing/2014/main" id="{0EE8F709-F96A-174E-8BD3-B90D583D96FA}"/>
              </a:ext>
            </a:extLst>
          </p:cNvPr>
          <p:cNvSpPr>
            <a:spLocks noGrp="1"/>
          </p:cNvSpPr>
          <p:nvPr>
            <p:ph idx="1" hasCustomPrompt="1"/>
          </p:nvPr>
        </p:nvSpPr>
        <p:spPr>
          <a:xfrm>
            <a:off x="6560130" y="2490724"/>
            <a:ext cx="1924521" cy="879674"/>
          </a:xfrm>
          <a:prstGeom prst="rect">
            <a:avLst/>
          </a:prstGeom>
        </p:spPr>
        <p:txBody>
          <a:bodyPr lIns="0" tIns="0" rIns="0" bIns="0" anchor="t">
            <a:noAutofit/>
          </a:bodyPr>
          <a:lstStyle>
            <a:lvl1pPr marL="0" indent="0">
              <a:lnSpc>
                <a:spcPct val="100000"/>
              </a:lnSpc>
              <a:buNone/>
              <a:defRPr sz="6200" b="0" i="0">
                <a:ln w="12700">
                  <a:solidFill>
                    <a:srgbClr val="042315"/>
                  </a:solidFill>
                </a:ln>
                <a:noFill/>
                <a:latin typeface="TWK Everett" panose="020B0204000000000000" pitchFamily="34" charset="77"/>
              </a:defRPr>
            </a:lvl1pPr>
          </a:lstStyle>
          <a:p>
            <a:pPr lvl="0"/>
            <a:r>
              <a:rPr lang="en-US"/>
              <a:t>43%</a:t>
            </a:r>
          </a:p>
        </p:txBody>
      </p:sp>
      <p:sp>
        <p:nvSpPr>
          <p:cNvPr id="48" name="Content Placeholder 2">
            <a:extLst>
              <a:ext uri="{FF2B5EF4-FFF2-40B4-BE49-F238E27FC236}">
                <a16:creationId xmlns:a16="http://schemas.microsoft.com/office/drawing/2014/main" id="{2F775E0D-BE32-DC44-A8AF-F3BFCA8B5CAD}"/>
              </a:ext>
            </a:extLst>
          </p:cNvPr>
          <p:cNvSpPr>
            <a:spLocks noGrp="1"/>
          </p:cNvSpPr>
          <p:nvPr>
            <p:ph idx="27" hasCustomPrompt="1"/>
          </p:nvPr>
        </p:nvSpPr>
        <p:spPr>
          <a:xfrm>
            <a:off x="6560130" y="4638023"/>
            <a:ext cx="1924521" cy="879674"/>
          </a:xfrm>
          <a:prstGeom prst="rect">
            <a:avLst/>
          </a:prstGeom>
        </p:spPr>
        <p:txBody>
          <a:bodyPr lIns="0" tIns="0" rIns="0" bIns="0" anchor="t">
            <a:noAutofit/>
          </a:bodyPr>
          <a:lstStyle>
            <a:lvl1pPr marL="0" indent="0">
              <a:lnSpc>
                <a:spcPct val="100000"/>
              </a:lnSpc>
              <a:buNone/>
              <a:defRPr sz="6200" b="0" i="0">
                <a:ln w="12700">
                  <a:solidFill>
                    <a:srgbClr val="042315"/>
                  </a:solidFill>
                </a:ln>
                <a:noFill/>
                <a:latin typeface="TWK Everett" panose="020B0204000000000000" pitchFamily="34" charset="77"/>
              </a:defRPr>
            </a:lvl1pPr>
          </a:lstStyle>
          <a:p>
            <a:pPr lvl="0"/>
            <a:r>
              <a:rPr lang="en-US"/>
              <a:t>43%</a:t>
            </a:r>
          </a:p>
        </p:txBody>
      </p:sp>
      <p:sp>
        <p:nvSpPr>
          <p:cNvPr id="49" name="Content Placeholder 2">
            <a:extLst>
              <a:ext uri="{FF2B5EF4-FFF2-40B4-BE49-F238E27FC236}">
                <a16:creationId xmlns:a16="http://schemas.microsoft.com/office/drawing/2014/main" id="{1B052F5E-4798-9045-911D-7DAF79460AC8}"/>
              </a:ext>
            </a:extLst>
          </p:cNvPr>
          <p:cNvSpPr>
            <a:spLocks noGrp="1"/>
          </p:cNvSpPr>
          <p:nvPr>
            <p:ph idx="28" hasCustomPrompt="1"/>
          </p:nvPr>
        </p:nvSpPr>
        <p:spPr>
          <a:xfrm>
            <a:off x="6560130" y="343425"/>
            <a:ext cx="1924521" cy="879674"/>
          </a:xfrm>
          <a:prstGeom prst="rect">
            <a:avLst/>
          </a:prstGeom>
        </p:spPr>
        <p:txBody>
          <a:bodyPr lIns="0" tIns="0" rIns="0" bIns="0" anchor="t">
            <a:noAutofit/>
          </a:bodyPr>
          <a:lstStyle>
            <a:lvl1pPr marL="0" indent="0">
              <a:lnSpc>
                <a:spcPct val="100000"/>
              </a:lnSpc>
              <a:buNone/>
              <a:defRPr sz="6200" b="0" i="0">
                <a:ln w="12700">
                  <a:solidFill>
                    <a:srgbClr val="042315"/>
                  </a:solidFill>
                </a:ln>
                <a:noFill/>
                <a:latin typeface="TWK Everett" panose="020B0204000000000000" pitchFamily="34" charset="77"/>
              </a:defRPr>
            </a:lvl1pPr>
          </a:lstStyle>
          <a:p>
            <a:pPr lvl="0"/>
            <a:r>
              <a:rPr lang="en-US"/>
              <a:t>43%</a:t>
            </a:r>
          </a:p>
        </p:txBody>
      </p:sp>
      <p:sp>
        <p:nvSpPr>
          <p:cNvPr id="50" name="Text Placeholder 4">
            <a:extLst>
              <a:ext uri="{FF2B5EF4-FFF2-40B4-BE49-F238E27FC236}">
                <a16:creationId xmlns:a16="http://schemas.microsoft.com/office/drawing/2014/main" id="{AD0D975F-B435-184D-BBBA-DD4B4F13A20E}"/>
              </a:ext>
            </a:extLst>
          </p:cNvPr>
          <p:cNvSpPr>
            <a:spLocks noGrp="1"/>
          </p:cNvSpPr>
          <p:nvPr>
            <p:ph type="body" sz="quarter" idx="32" hasCustomPrompt="1"/>
          </p:nvPr>
        </p:nvSpPr>
        <p:spPr>
          <a:xfrm>
            <a:off x="6560130" y="1256199"/>
            <a:ext cx="1924520" cy="714981"/>
          </a:xfrm>
          <a:prstGeom prst="rect">
            <a:avLst/>
          </a:prstGeom>
        </p:spPr>
        <p:txBody>
          <a:bodyPr lIns="0" tIns="0" rIns="0" bIns="0">
            <a:noAutofit/>
          </a:bodyPr>
          <a:lstStyle>
            <a:lvl1pPr marL="0" indent="0" algn="l">
              <a:buNone/>
              <a:defRPr sz="1200" b="0" i="0">
                <a:solidFill>
                  <a:srgbClr val="3D3C3C"/>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51" name="Text Placeholder 4">
            <a:extLst>
              <a:ext uri="{FF2B5EF4-FFF2-40B4-BE49-F238E27FC236}">
                <a16:creationId xmlns:a16="http://schemas.microsoft.com/office/drawing/2014/main" id="{64B03BB7-5EDC-A24B-AB82-587FC8849757}"/>
              </a:ext>
            </a:extLst>
          </p:cNvPr>
          <p:cNvSpPr>
            <a:spLocks noGrp="1"/>
          </p:cNvSpPr>
          <p:nvPr>
            <p:ph type="body" sz="quarter" idx="33" hasCustomPrompt="1"/>
          </p:nvPr>
        </p:nvSpPr>
        <p:spPr>
          <a:xfrm>
            <a:off x="6560130" y="3424046"/>
            <a:ext cx="1924521" cy="714981"/>
          </a:xfrm>
          <a:prstGeom prst="rect">
            <a:avLst/>
          </a:prstGeom>
        </p:spPr>
        <p:txBody>
          <a:bodyPr lIns="0" tIns="0" rIns="0" bIns="0">
            <a:noAutofit/>
          </a:bodyPr>
          <a:lstStyle>
            <a:lvl1pPr marL="0" indent="0" algn="l">
              <a:buNone/>
              <a:defRPr sz="1200" b="0" i="0">
                <a:solidFill>
                  <a:srgbClr val="3D3C3C"/>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52" name="Text Placeholder 4">
            <a:extLst>
              <a:ext uri="{FF2B5EF4-FFF2-40B4-BE49-F238E27FC236}">
                <a16:creationId xmlns:a16="http://schemas.microsoft.com/office/drawing/2014/main" id="{9D739BD5-61A3-4B4A-BAF0-2302FCB99257}"/>
              </a:ext>
            </a:extLst>
          </p:cNvPr>
          <p:cNvSpPr>
            <a:spLocks noGrp="1"/>
          </p:cNvSpPr>
          <p:nvPr>
            <p:ph type="body" sz="quarter" idx="34" hasCustomPrompt="1"/>
          </p:nvPr>
        </p:nvSpPr>
        <p:spPr>
          <a:xfrm>
            <a:off x="6560130" y="5571345"/>
            <a:ext cx="1924520" cy="714981"/>
          </a:xfrm>
          <a:prstGeom prst="rect">
            <a:avLst/>
          </a:prstGeom>
        </p:spPr>
        <p:txBody>
          <a:bodyPr lIns="0" tIns="0" rIns="0" bIns="0">
            <a:noAutofit/>
          </a:bodyPr>
          <a:lstStyle>
            <a:lvl1pPr marL="0" indent="0" algn="l">
              <a:buNone/>
              <a:defRPr sz="1200" b="0" i="0">
                <a:solidFill>
                  <a:srgbClr val="3D3C3C"/>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22" name="Text Placeholder 4">
            <a:extLst>
              <a:ext uri="{FF2B5EF4-FFF2-40B4-BE49-F238E27FC236}">
                <a16:creationId xmlns:a16="http://schemas.microsoft.com/office/drawing/2014/main" id="{6548677B-61C8-1A4D-8C33-27190397990B}"/>
              </a:ext>
            </a:extLst>
          </p:cNvPr>
          <p:cNvSpPr>
            <a:spLocks noGrp="1"/>
          </p:cNvSpPr>
          <p:nvPr>
            <p:ph type="body" sz="quarter" idx="16" hasCustomPrompt="1"/>
          </p:nvPr>
        </p:nvSpPr>
        <p:spPr>
          <a:xfrm>
            <a:off x="228600" y="1325706"/>
            <a:ext cx="4343400" cy="1147297"/>
          </a:xfrm>
          <a:prstGeom prst="rect">
            <a:avLst/>
          </a:prstGeom>
        </p:spPr>
        <p:txBody>
          <a:bodyPr lIns="0" tIns="0" rIns="0" bIns="0">
            <a:noAutofit/>
          </a:bodyPr>
          <a:lstStyle>
            <a:lvl1pPr marL="0" indent="0">
              <a:buNone/>
              <a:defRPr sz="3200" b="0" i="0">
                <a:solidFill>
                  <a:srgbClr val="FF462D"/>
                </a:solidFill>
                <a:latin typeface="TWK Everett" panose="020B0204000000000000" pitchFamily="34" charset="77"/>
              </a:defRPr>
            </a:lvl1pPr>
          </a:lstStyle>
          <a:p>
            <a:pPr lvl="0"/>
            <a:r>
              <a:rPr lang="en-US"/>
              <a:t>Add body text here– as a caption</a:t>
            </a:r>
          </a:p>
        </p:txBody>
      </p:sp>
      <p:sp>
        <p:nvSpPr>
          <p:cNvPr id="23" name="Slide Number Placeholder 5">
            <a:extLst>
              <a:ext uri="{FF2B5EF4-FFF2-40B4-BE49-F238E27FC236}">
                <a16:creationId xmlns:a16="http://schemas.microsoft.com/office/drawing/2014/main" id="{23C7BE69-7B56-B043-8F79-03D68ACFEDEC}"/>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26" name="Title 1">
            <a:extLst>
              <a:ext uri="{FF2B5EF4-FFF2-40B4-BE49-F238E27FC236}">
                <a16:creationId xmlns:a16="http://schemas.microsoft.com/office/drawing/2014/main" id="{782E6AB1-3AD0-734E-BB66-52D31474D790}"/>
              </a:ext>
            </a:extLst>
          </p:cNvPr>
          <p:cNvSpPr>
            <a:spLocks noGrp="1"/>
          </p:cNvSpPr>
          <p:nvPr>
            <p:ph type="title" hasCustomPrompt="1"/>
          </p:nvPr>
        </p:nvSpPr>
        <p:spPr>
          <a:xfrm>
            <a:off x="228599" y="294477"/>
            <a:ext cx="56388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27" name="Text Placeholder 57">
            <a:extLst>
              <a:ext uri="{FF2B5EF4-FFF2-40B4-BE49-F238E27FC236}">
                <a16:creationId xmlns:a16="http://schemas.microsoft.com/office/drawing/2014/main" id="{764D90E9-CF3D-D545-B3AF-220D056ACE58}"/>
              </a:ext>
            </a:extLst>
          </p:cNvPr>
          <p:cNvSpPr>
            <a:spLocks noGrp="1"/>
          </p:cNvSpPr>
          <p:nvPr>
            <p:ph type="body" sz="quarter" idx="51" hasCustomPrompt="1"/>
          </p:nvPr>
        </p:nvSpPr>
        <p:spPr>
          <a:xfrm>
            <a:off x="228600" y="714025"/>
            <a:ext cx="563910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8" name="Text Placeholder 2">
            <a:extLst>
              <a:ext uri="{FF2B5EF4-FFF2-40B4-BE49-F238E27FC236}">
                <a16:creationId xmlns:a16="http://schemas.microsoft.com/office/drawing/2014/main" id="{515B666A-1C2F-A545-A6BA-B8A519DE1828}"/>
              </a:ext>
            </a:extLst>
          </p:cNvPr>
          <p:cNvSpPr>
            <a:spLocks noGrp="1"/>
          </p:cNvSpPr>
          <p:nvPr>
            <p:ph type="body" sz="quarter" idx="52" hasCustomPrompt="1"/>
          </p:nvPr>
        </p:nvSpPr>
        <p:spPr>
          <a:xfrm>
            <a:off x="228600" y="3277126"/>
            <a:ext cx="4343164" cy="2742673"/>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18" name="Chart Placeholder 16">
            <a:extLst>
              <a:ext uri="{FF2B5EF4-FFF2-40B4-BE49-F238E27FC236}">
                <a16:creationId xmlns:a16="http://schemas.microsoft.com/office/drawing/2014/main" id="{3A0BBCBA-C8E1-4AB5-A9BB-F058E066BFF0}"/>
              </a:ext>
            </a:extLst>
          </p:cNvPr>
          <p:cNvSpPr>
            <a:spLocks noGrp="1"/>
          </p:cNvSpPr>
          <p:nvPr>
            <p:ph type="chart" sz="quarter" idx="29" hasCustomPrompt="1"/>
          </p:nvPr>
        </p:nvSpPr>
        <p:spPr>
          <a:xfrm>
            <a:off x="9381035" y="343425"/>
            <a:ext cx="2590800" cy="1627755"/>
          </a:xfrm>
          <a:prstGeom prst="rect">
            <a:avLst/>
          </a:prstGeom>
        </p:spPr>
        <p:txBody>
          <a:bodyPr>
            <a:noAutofit/>
          </a:bodyPr>
          <a:lstStyle>
            <a:lvl1pPr marL="0" indent="0">
              <a:buNone/>
              <a:defRPr b="0" i="0">
                <a:latin typeface="TWK Everett" panose="020B0204000000000000" pitchFamily="34" charset="77"/>
              </a:defRPr>
            </a:lvl1pPr>
          </a:lstStyle>
          <a:p>
            <a:r>
              <a:rPr lang="en-US"/>
              <a:t>PIE CHART</a:t>
            </a:r>
          </a:p>
        </p:txBody>
      </p:sp>
      <p:sp>
        <p:nvSpPr>
          <p:cNvPr id="19" name="Chart Placeholder 16">
            <a:extLst>
              <a:ext uri="{FF2B5EF4-FFF2-40B4-BE49-F238E27FC236}">
                <a16:creationId xmlns:a16="http://schemas.microsoft.com/office/drawing/2014/main" id="{72D911F8-A9E0-48DA-996A-E5B9C4937BDE}"/>
              </a:ext>
            </a:extLst>
          </p:cNvPr>
          <p:cNvSpPr>
            <a:spLocks noGrp="1"/>
          </p:cNvSpPr>
          <p:nvPr>
            <p:ph type="chart" sz="quarter" idx="30" hasCustomPrompt="1"/>
          </p:nvPr>
        </p:nvSpPr>
        <p:spPr>
          <a:xfrm>
            <a:off x="9372600" y="2490724"/>
            <a:ext cx="2590800" cy="1648303"/>
          </a:xfrm>
          <a:prstGeom prst="rect">
            <a:avLst/>
          </a:prstGeom>
        </p:spPr>
        <p:txBody>
          <a:bodyPr>
            <a:noAutofit/>
          </a:bodyPr>
          <a:lstStyle>
            <a:lvl1pPr marL="0" indent="0">
              <a:buNone/>
              <a:defRPr b="0" i="0">
                <a:latin typeface="TWK Everett" panose="020B0204000000000000" pitchFamily="34" charset="77"/>
              </a:defRPr>
            </a:lvl1pPr>
          </a:lstStyle>
          <a:p>
            <a:r>
              <a:rPr lang="en-US"/>
              <a:t>PIE CHART</a:t>
            </a:r>
          </a:p>
        </p:txBody>
      </p:sp>
      <p:sp>
        <p:nvSpPr>
          <p:cNvPr id="21" name="Chart Placeholder 16">
            <a:extLst>
              <a:ext uri="{FF2B5EF4-FFF2-40B4-BE49-F238E27FC236}">
                <a16:creationId xmlns:a16="http://schemas.microsoft.com/office/drawing/2014/main" id="{45F1F91B-EA51-422E-BFBC-19578BC3CD23}"/>
              </a:ext>
            </a:extLst>
          </p:cNvPr>
          <p:cNvSpPr>
            <a:spLocks noGrp="1"/>
          </p:cNvSpPr>
          <p:nvPr>
            <p:ph type="chart" sz="quarter" idx="31" hasCustomPrompt="1"/>
          </p:nvPr>
        </p:nvSpPr>
        <p:spPr>
          <a:xfrm>
            <a:off x="9372601" y="4638023"/>
            <a:ext cx="2590800" cy="1648303"/>
          </a:xfrm>
          <a:prstGeom prst="rect">
            <a:avLst/>
          </a:prstGeom>
        </p:spPr>
        <p:txBody>
          <a:bodyPr>
            <a:noAutofit/>
          </a:bodyPr>
          <a:lstStyle>
            <a:lvl1pPr marL="0" indent="0">
              <a:buNone/>
              <a:defRPr b="0" i="0">
                <a:latin typeface="TWK Everett" panose="020B0204000000000000" pitchFamily="34" charset="77"/>
              </a:defRPr>
            </a:lvl1pPr>
          </a:lstStyle>
          <a:p>
            <a:r>
              <a:rPr lang="en-US"/>
              <a:t>PIE CHART</a:t>
            </a:r>
          </a:p>
        </p:txBody>
      </p:sp>
      <p:pic>
        <p:nvPicPr>
          <p:cNvPr id="2" name="Picture 1">
            <a:extLst>
              <a:ext uri="{FF2B5EF4-FFF2-40B4-BE49-F238E27FC236}">
                <a16:creationId xmlns:a16="http://schemas.microsoft.com/office/drawing/2014/main" id="{F2F6B938-8518-BCEA-57A7-EA25437D3BC2}"/>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23131365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ntent w 3 Data Series (Right)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C938A9-452C-1549-BE20-0A5AA1D7F600}"/>
              </a:ext>
            </a:extLst>
          </p:cNvPr>
          <p:cNvSpPr/>
          <p:nvPr userDrawn="1"/>
        </p:nvSpPr>
        <p:spPr>
          <a:xfrm>
            <a:off x="6096000" y="0"/>
            <a:ext cx="6096001" cy="6858000"/>
          </a:xfrm>
          <a:prstGeom prst="rect">
            <a:avLst/>
          </a:prstGeom>
          <a:solidFill>
            <a:srgbClr val="297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solidFill>
                <a:srgbClr val="29707A"/>
              </a:solidFill>
              <a:latin typeface="TWK Everett" panose="020B0204000000000000" pitchFamily="34" charset="77"/>
            </a:endParaRPr>
          </a:p>
        </p:txBody>
      </p:sp>
      <p:sp>
        <p:nvSpPr>
          <p:cNvPr id="47" name="Content Placeholder 2">
            <a:extLst>
              <a:ext uri="{FF2B5EF4-FFF2-40B4-BE49-F238E27FC236}">
                <a16:creationId xmlns:a16="http://schemas.microsoft.com/office/drawing/2014/main" id="{0EE8F709-F96A-174E-8BD3-B90D583D96FA}"/>
              </a:ext>
            </a:extLst>
          </p:cNvPr>
          <p:cNvSpPr>
            <a:spLocks noGrp="1"/>
          </p:cNvSpPr>
          <p:nvPr>
            <p:ph idx="1" hasCustomPrompt="1"/>
          </p:nvPr>
        </p:nvSpPr>
        <p:spPr>
          <a:xfrm>
            <a:off x="6560130" y="2490724"/>
            <a:ext cx="1924521" cy="879674"/>
          </a:xfrm>
          <a:prstGeom prst="rect">
            <a:avLst/>
          </a:prstGeom>
        </p:spPr>
        <p:txBody>
          <a:bodyPr lIns="0" tIns="0" rIns="0" bIns="0" anchor="t">
            <a:noAutofit/>
          </a:bodyPr>
          <a:lstStyle>
            <a:lvl1pPr marL="0" indent="0">
              <a:lnSpc>
                <a:spcPct val="100000"/>
              </a:lnSpc>
              <a:buNone/>
              <a:defRPr sz="6200" b="0" i="0">
                <a:ln w="12700">
                  <a:solidFill>
                    <a:srgbClr val="4CDD84"/>
                  </a:solidFill>
                </a:ln>
                <a:noFill/>
                <a:latin typeface="TWK Everett" panose="020B0204000000000000" pitchFamily="34" charset="77"/>
              </a:defRPr>
            </a:lvl1pPr>
          </a:lstStyle>
          <a:p>
            <a:pPr lvl="0"/>
            <a:r>
              <a:rPr lang="en-US"/>
              <a:t>43%</a:t>
            </a:r>
          </a:p>
        </p:txBody>
      </p:sp>
      <p:sp>
        <p:nvSpPr>
          <p:cNvPr id="48" name="Content Placeholder 2">
            <a:extLst>
              <a:ext uri="{FF2B5EF4-FFF2-40B4-BE49-F238E27FC236}">
                <a16:creationId xmlns:a16="http://schemas.microsoft.com/office/drawing/2014/main" id="{2F775E0D-BE32-DC44-A8AF-F3BFCA8B5CAD}"/>
              </a:ext>
            </a:extLst>
          </p:cNvPr>
          <p:cNvSpPr>
            <a:spLocks noGrp="1"/>
          </p:cNvSpPr>
          <p:nvPr>
            <p:ph idx="27" hasCustomPrompt="1"/>
          </p:nvPr>
        </p:nvSpPr>
        <p:spPr>
          <a:xfrm>
            <a:off x="6560130" y="4638023"/>
            <a:ext cx="1924521" cy="879674"/>
          </a:xfrm>
          <a:prstGeom prst="rect">
            <a:avLst/>
          </a:prstGeom>
        </p:spPr>
        <p:txBody>
          <a:bodyPr lIns="0" tIns="0" rIns="0" bIns="0" anchor="t">
            <a:noAutofit/>
          </a:bodyPr>
          <a:lstStyle>
            <a:lvl1pPr marL="0" indent="0">
              <a:lnSpc>
                <a:spcPct val="100000"/>
              </a:lnSpc>
              <a:buNone/>
              <a:defRPr sz="6200" b="0" i="0">
                <a:ln w="12700">
                  <a:solidFill>
                    <a:srgbClr val="4CDD84"/>
                  </a:solidFill>
                </a:ln>
                <a:noFill/>
                <a:latin typeface="TWK Everett" panose="020B0204000000000000" pitchFamily="34" charset="77"/>
              </a:defRPr>
            </a:lvl1pPr>
          </a:lstStyle>
          <a:p>
            <a:pPr lvl="0"/>
            <a:r>
              <a:rPr lang="en-US"/>
              <a:t>43%</a:t>
            </a:r>
          </a:p>
        </p:txBody>
      </p:sp>
      <p:sp>
        <p:nvSpPr>
          <p:cNvPr id="49" name="Content Placeholder 2">
            <a:extLst>
              <a:ext uri="{FF2B5EF4-FFF2-40B4-BE49-F238E27FC236}">
                <a16:creationId xmlns:a16="http://schemas.microsoft.com/office/drawing/2014/main" id="{1B052F5E-4798-9045-911D-7DAF79460AC8}"/>
              </a:ext>
            </a:extLst>
          </p:cNvPr>
          <p:cNvSpPr>
            <a:spLocks noGrp="1"/>
          </p:cNvSpPr>
          <p:nvPr>
            <p:ph idx="28" hasCustomPrompt="1"/>
          </p:nvPr>
        </p:nvSpPr>
        <p:spPr>
          <a:xfrm>
            <a:off x="6560130" y="343425"/>
            <a:ext cx="1924521" cy="879674"/>
          </a:xfrm>
          <a:prstGeom prst="rect">
            <a:avLst/>
          </a:prstGeom>
        </p:spPr>
        <p:txBody>
          <a:bodyPr lIns="0" tIns="0" rIns="0" bIns="0" anchor="t">
            <a:noAutofit/>
          </a:bodyPr>
          <a:lstStyle>
            <a:lvl1pPr marL="0" indent="0">
              <a:lnSpc>
                <a:spcPct val="100000"/>
              </a:lnSpc>
              <a:buNone/>
              <a:defRPr sz="6200" b="0" i="0">
                <a:ln w="12700">
                  <a:solidFill>
                    <a:srgbClr val="4CDD84"/>
                  </a:solidFill>
                </a:ln>
                <a:noFill/>
                <a:latin typeface="TWK Everett" panose="020B0204000000000000" pitchFamily="34" charset="77"/>
              </a:defRPr>
            </a:lvl1pPr>
          </a:lstStyle>
          <a:p>
            <a:pPr lvl="0"/>
            <a:r>
              <a:rPr lang="en-US"/>
              <a:t>43%</a:t>
            </a:r>
          </a:p>
        </p:txBody>
      </p:sp>
      <p:sp>
        <p:nvSpPr>
          <p:cNvPr id="50" name="Text Placeholder 4">
            <a:extLst>
              <a:ext uri="{FF2B5EF4-FFF2-40B4-BE49-F238E27FC236}">
                <a16:creationId xmlns:a16="http://schemas.microsoft.com/office/drawing/2014/main" id="{AD0D975F-B435-184D-BBBA-DD4B4F13A20E}"/>
              </a:ext>
            </a:extLst>
          </p:cNvPr>
          <p:cNvSpPr>
            <a:spLocks noGrp="1"/>
          </p:cNvSpPr>
          <p:nvPr>
            <p:ph type="body" sz="quarter" idx="32" hasCustomPrompt="1"/>
          </p:nvPr>
        </p:nvSpPr>
        <p:spPr>
          <a:xfrm>
            <a:off x="6560130" y="1256199"/>
            <a:ext cx="1924520" cy="714981"/>
          </a:xfrm>
          <a:prstGeom prst="rect">
            <a:avLst/>
          </a:prstGeom>
        </p:spPr>
        <p:txBody>
          <a:bodyPr lIns="0" tIns="0" rIns="0" bIns="0">
            <a:noAutofit/>
          </a:bodyPr>
          <a:lstStyle>
            <a:lvl1pPr marL="0" indent="0" algn="l">
              <a:buNone/>
              <a:defRPr sz="1200" b="0" i="0">
                <a:solidFill>
                  <a:srgbClr val="E4F4F1"/>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51" name="Text Placeholder 4">
            <a:extLst>
              <a:ext uri="{FF2B5EF4-FFF2-40B4-BE49-F238E27FC236}">
                <a16:creationId xmlns:a16="http://schemas.microsoft.com/office/drawing/2014/main" id="{64B03BB7-5EDC-A24B-AB82-587FC8849757}"/>
              </a:ext>
            </a:extLst>
          </p:cNvPr>
          <p:cNvSpPr>
            <a:spLocks noGrp="1"/>
          </p:cNvSpPr>
          <p:nvPr>
            <p:ph type="body" sz="quarter" idx="33" hasCustomPrompt="1"/>
          </p:nvPr>
        </p:nvSpPr>
        <p:spPr>
          <a:xfrm>
            <a:off x="6560130" y="3424046"/>
            <a:ext cx="1924521" cy="714981"/>
          </a:xfrm>
          <a:prstGeom prst="rect">
            <a:avLst/>
          </a:prstGeom>
        </p:spPr>
        <p:txBody>
          <a:bodyPr lIns="0" tIns="0" rIns="0" bIns="0">
            <a:noAutofit/>
          </a:bodyPr>
          <a:lstStyle>
            <a:lvl1pPr marL="0" indent="0" algn="l">
              <a:buNone/>
              <a:defRPr sz="1200" b="0" i="0">
                <a:solidFill>
                  <a:srgbClr val="E4F4F1"/>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52" name="Text Placeholder 4">
            <a:extLst>
              <a:ext uri="{FF2B5EF4-FFF2-40B4-BE49-F238E27FC236}">
                <a16:creationId xmlns:a16="http://schemas.microsoft.com/office/drawing/2014/main" id="{9D739BD5-61A3-4B4A-BAF0-2302FCB99257}"/>
              </a:ext>
            </a:extLst>
          </p:cNvPr>
          <p:cNvSpPr>
            <a:spLocks noGrp="1"/>
          </p:cNvSpPr>
          <p:nvPr>
            <p:ph type="body" sz="quarter" idx="34" hasCustomPrompt="1"/>
          </p:nvPr>
        </p:nvSpPr>
        <p:spPr>
          <a:xfrm>
            <a:off x="6560130" y="5571345"/>
            <a:ext cx="1924520" cy="714981"/>
          </a:xfrm>
          <a:prstGeom prst="rect">
            <a:avLst/>
          </a:prstGeom>
        </p:spPr>
        <p:txBody>
          <a:bodyPr lIns="0" tIns="0" rIns="0" bIns="0">
            <a:noAutofit/>
          </a:bodyPr>
          <a:lstStyle>
            <a:lvl1pPr marL="0" indent="0" algn="l">
              <a:buNone/>
              <a:defRPr sz="1200" b="0" i="0">
                <a:solidFill>
                  <a:srgbClr val="E4F4F1"/>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a:t>
            </a:r>
          </a:p>
        </p:txBody>
      </p:sp>
      <p:sp>
        <p:nvSpPr>
          <p:cNvPr id="22" name="Text Placeholder 4">
            <a:extLst>
              <a:ext uri="{FF2B5EF4-FFF2-40B4-BE49-F238E27FC236}">
                <a16:creationId xmlns:a16="http://schemas.microsoft.com/office/drawing/2014/main" id="{6548677B-61C8-1A4D-8C33-27190397990B}"/>
              </a:ext>
            </a:extLst>
          </p:cNvPr>
          <p:cNvSpPr>
            <a:spLocks noGrp="1"/>
          </p:cNvSpPr>
          <p:nvPr>
            <p:ph type="body" sz="quarter" idx="16" hasCustomPrompt="1"/>
          </p:nvPr>
        </p:nvSpPr>
        <p:spPr>
          <a:xfrm>
            <a:off x="228600" y="1325706"/>
            <a:ext cx="4343400" cy="1147297"/>
          </a:xfrm>
          <a:prstGeom prst="rect">
            <a:avLst/>
          </a:prstGeom>
        </p:spPr>
        <p:txBody>
          <a:bodyPr lIns="0" tIns="0" rIns="0" bIns="0">
            <a:noAutofit/>
          </a:bodyPr>
          <a:lstStyle>
            <a:lvl1pPr marL="0" indent="0">
              <a:buNone/>
              <a:defRPr sz="3200" b="0" i="0">
                <a:solidFill>
                  <a:srgbClr val="FF462D"/>
                </a:solidFill>
                <a:latin typeface="TWK Everett" panose="020B0204000000000000" pitchFamily="34" charset="77"/>
              </a:defRPr>
            </a:lvl1pPr>
          </a:lstStyle>
          <a:p>
            <a:pPr lvl="0"/>
            <a:r>
              <a:rPr lang="en-US"/>
              <a:t>Add body text here– as a caption</a:t>
            </a:r>
          </a:p>
        </p:txBody>
      </p:sp>
      <p:sp>
        <p:nvSpPr>
          <p:cNvPr id="23" name="Slide Number Placeholder 5">
            <a:extLst>
              <a:ext uri="{FF2B5EF4-FFF2-40B4-BE49-F238E27FC236}">
                <a16:creationId xmlns:a16="http://schemas.microsoft.com/office/drawing/2014/main" id="{23C7BE69-7B56-B043-8F79-03D68ACFEDEC}"/>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26" name="Title 1">
            <a:extLst>
              <a:ext uri="{FF2B5EF4-FFF2-40B4-BE49-F238E27FC236}">
                <a16:creationId xmlns:a16="http://schemas.microsoft.com/office/drawing/2014/main" id="{782E6AB1-3AD0-734E-BB66-52D31474D790}"/>
              </a:ext>
            </a:extLst>
          </p:cNvPr>
          <p:cNvSpPr>
            <a:spLocks noGrp="1"/>
          </p:cNvSpPr>
          <p:nvPr>
            <p:ph type="title" hasCustomPrompt="1"/>
          </p:nvPr>
        </p:nvSpPr>
        <p:spPr>
          <a:xfrm>
            <a:off x="228599" y="294477"/>
            <a:ext cx="5629635"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27" name="Text Placeholder 57">
            <a:extLst>
              <a:ext uri="{FF2B5EF4-FFF2-40B4-BE49-F238E27FC236}">
                <a16:creationId xmlns:a16="http://schemas.microsoft.com/office/drawing/2014/main" id="{764D90E9-CF3D-D545-B3AF-220D056ACE58}"/>
              </a:ext>
            </a:extLst>
          </p:cNvPr>
          <p:cNvSpPr>
            <a:spLocks noGrp="1"/>
          </p:cNvSpPr>
          <p:nvPr>
            <p:ph type="body" sz="quarter" idx="51" hasCustomPrompt="1"/>
          </p:nvPr>
        </p:nvSpPr>
        <p:spPr>
          <a:xfrm>
            <a:off x="228600" y="714025"/>
            <a:ext cx="5629940"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28" name="Text Placeholder 2">
            <a:extLst>
              <a:ext uri="{FF2B5EF4-FFF2-40B4-BE49-F238E27FC236}">
                <a16:creationId xmlns:a16="http://schemas.microsoft.com/office/drawing/2014/main" id="{515B666A-1C2F-A545-A6BA-B8A519DE1828}"/>
              </a:ext>
            </a:extLst>
          </p:cNvPr>
          <p:cNvSpPr>
            <a:spLocks noGrp="1"/>
          </p:cNvSpPr>
          <p:nvPr>
            <p:ph type="body" sz="quarter" idx="52" hasCustomPrompt="1"/>
          </p:nvPr>
        </p:nvSpPr>
        <p:spPr>
          <a:xfrm>
            <a:off x="228600" y="3277126"/>
            <a:ext cx="4343164" cy="2742673"/>
          </a:xfrm>
        </p:spPr>
        <p:txBody>
          <a:bodyPr/>
          <a:lstStyle>
            <a:lvl1pPr>
              <a:defRPr sz="1200">
                <a:solidFill>
                  <a:srgbClr val="3D3C3C"/>
                </a:solidFill>
              </a:defRPr>
            </a:lvl1pPr>
            <a:lvl2pPr>
              <a:defRPr sz="1200">
                <a:solidFill>
                  <a:srgbClr val="3D3C3C"/>
                </a:solidFill>
              </a:defRPr>
            </a:lvl2pPr>
            <a:lvl3pPr marL="698500" indent="-171450">
              <a:defRPr lang="en-US" sz="1200" b="0" i="0" kern="1200" dirty="0">
                <a:solidFill>
                  <a:srgbClr val="3D3C3C"/>
                </a:solidFill>
                <a:latin typeface="TWK Everett" panose="020B0204000000000000" pitchFamily="34" charset="77"/>
                <a:ea typeface="TWK Everett" panose="020B0204000000000000" pitchFamily="34" charset="77"/>
                <a:cs typeface="TWK Everett" panose="020B0204000000000000" pitchFamily="34" charset="77"/>
              </a:defRPr>
            </a:lvl3pPr>
            <a:lvl4pPr>
              <a:defRPr sz="1200">
                <a:solidFill>
                  <a:srgbClr val="3D3C3C"/>
                </a:solidFill>
              </a:defRPr>
            </a:lvl4pPr>
            <a:lvl5pPr>
              <a:defRPr sz="1200">
                <a:solidFill>
                  <a:srgbClr val="3D3C3C"/>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3D3C3C"/>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18" name="Chart Placeholder 16">
            <a:extLst>
              <a:ext uri="{FF2B5EF4-FFF2-40B4-BE49-F238E27FC236}">
                <a16:creationId xmlns:a16="http://schemas.microsoft.com/office/drawing/2014/main" id="{3A0BBCBA-C8E1-4AB5-A9BB-F058E066BFF0}"/>
              </a:ext>
            </a:extLst>
          </p:cNvPr>
          <p:cNvSpPr>
            <a:spLocks noGrp="1"/>
          </p:cNvSpPr>
          <p:nvPr>
            <p:ph type="chart" sz="quarter" idx="29" hasCustomPrompt="1"/>
          </p:nvPr>
        </p:nvSpPr>
        <p:spPr>
          <a:xfrm>
            <a:off x="9381035" y="343425"/>
            <a:ext cx="2590800" cy="1627755"/>
          </a:xfrm>
          <a:prstGeom prst="rect">
            <a:avLst/>
          </a:prstGeom>
        </p:spPr>
        <p:txBody>
          <a:bodyPr>
            <a:noAutofit/>
          </a:bodyPr>
          <a:lstStyle>
            <a:lvl1pPr marL="0" indent="0">
              <a:buNone/>
              <a:defRPr b="0" i="0">
                <a:solidFill>
                  <a:srgbClr val="E4F4F1"/>
                </a:solidFill>
                <a:latin typeface="TWK Everett" panose="020B0204000000000000" pitchFamily="34" charset="77"/>
              </a:defRPr>
            </a:lvl1pPr>
          </a:lstStyle>
          <a:p>
            <a:r>
              <a:rPr lang="en-US"/>
              <a:t>PIE CHART</a:t>
            </a:r>
          </a:p>
        </p:txBody>
      </p:sp>
      <p:sp>
        <p:nvSpPr>
          <p:cNvPr id="19" name="Chart Placeholder 16">
            <a:extLst>
              <a:ext uri="{FF2B5EF4-FFF2-40B4-BE49-F238E27FC236}">
                <a16:creationId xmlns:a16="http://schemas.microsoft.com/office/drawing/2014/main" id="{72D911F8-A9E0-48DA-996A-E5B9C4937BDE}"/>
              </a:ext>
            </a:extLst>
          </p:cNvPr>
          <p:cNvSpPr>
            <a:spLocks noGrp="1"/>
          </p:cNvSpPr>
          <p:nvPr>
            <p:ph type="chart" sz="quarter" idx="30" hasCustomPrompt="1"/>
          </p:nvPr>
        </p:nvSpPr>
        <p:spPr>
          <a:xfrm>
            <a:off x="9372600" y="2490724"/>
            <a:ext cx="2590800" cy="1648303"/>
          </a:xfrm>
          <a:prstGeom prst="rect">
            <a:avLst/>
          </a:prstGeom>
        </p:spPr>
        <p:txBody>
          <a:bodyPr>
            <a:noAutofit/>
          </a:bodyPr>
          <a:lstStyle>
            <a:lvl1pPr marL="0" indent="0">
              <a:buNone/>
              <a:defRPr b="0" i="0">
                <a:solidFill>
                  <a:srgbClr val="E4F4F1"/>
                </a:solidFill>
                <a:latin typeface="TWK Everett" panose="020B0204000000000000" pitchFamily="34" charset="77"/>
              </a:defRPr>
            </a:lvl1pPr>
          </a:lstStyle>
          <a:p>
            <a:r>
              <a:rPr lang="en-US"/>
              <a:t>PIE CHART</a:t>
            </a:r>
          </a:p>
        </p:txBody>
      </p:sp>
      <p:sp>
        <p:nvSpPr>
          <p:cNvPr id="21" name="Chart Placeholder 16">
            <a:extLst>
              <a:ext uri="{FF2B5EF4-FFF2-40B4-BE49-F238E27FC236}">
                <a16:creationId xmlns:a16="http://schemas.microsoft.com/office/drawing/2014/main" id="{45F1F91B-EA51-422E-BFBC-19578BC3CD23}"/>
              </a:ext>
            </a:extLst>
          </p:cNvPr>
          <p:cNvSpPr>
            <a:spLocks noGrp="1"/>
          </p:cNvSpPr>
          <p:nvPr>
            <p:ph type="chart" sz="quarter" idx="31" hasCustomPrompt="1"/>
          </p:nvPr>
        </p:nvSpPr>
        <p:spPr>
          <a:xfrm>
            <a:off x="9372601" y="4638023"/>
            <a:ext cx="2590800" cy="1648303"/>
          </a:xfrm>
          <a:prstGeom prst="rect">
            <a:avLst/>
          </a:prstGeom>
        </p:spPr>
        <p:txBody>
          <a:bodyPr>
            <a:noAutofit/>
          </a:bodyPr>
          <a:lstStyle>
            <a:lvl1pPr marL="0" indent="0">
              <a:buNone/>
              <a:defRPr b="0" i="0">
                <a:solidFill>
                  <a:srgbClr val="E4F4F1"/>
                </a:solidFill>
                <a:latin typeface="TWK Everett" panose="020B0204000000000000" pitchFamily="34" charset="77"/>
              </a:defRPr>
            </a:lvl1pPr>
          </a:lstStyle>
          <a:p>
            <a:r>
              <a:rPr lang="en-US"/>
              <a:t>PIE CHART</a:t>
            </a:r>
          </a:p>
        </p:txBody>
      </p:sp>
      <p:pic>
        <p:nvPicPr>
          <p:cNvPr id="2" name="Picture 1">
            <a:extLst>
              <a:ext uri="{FF2B5EF4-FFF2-40B4-BE49-F238E27FC236}">
                <a16:creationId xmlns:a16="http://schemas.microsoft.com/office/drawing/2014/main" id="{4D9B9204-7844-CB19-321D-8A41969E4CE8}"/>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04140824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Table">
    <p:bg>
      <p:bgPr>
        <a:solidFill>
          <a:schemeClr val="bg1"/>
        </a:solidFill>
        <a:effectLst/>
      </p:bgPr>
    </p:bg>
    <p:spTree>
      <p:nvGrpSpPr>
        <p:cNvPr id="1" name=""/>
        <p:cNvGrpSpPr/>
        <p:nvPr/>
      </p:nvGrpSpPr>
      <p:grpSpPr>
        <a:xfrm>
          <a:off x="0" y="0"/>
          <a:ext cx="0" cy="0"/>
          <a:chOff x="0" y="0"/>
          <a:chExt cx="0" cy="0"/>
        </a:xfrm>
      </p:grpSpPr>
      <p:sp>
        <p:nvSpPr>
          <p:cNvPr id="45" name="Slide Number Placeholder 5">
            <a:extLst>
              <a:ext uri="{FF2B5EF4-FFF2-40B4-BE49-F238E27FC236}">
                <a16:creationId xmlns:a16="http://schemas.microsoft.com/office/drawing/2014/main" id="{AC864F3C-846C-6846-B894-6D6BE496ABFA}"/>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59" name="Title 1">
            <a:extLst>
              <a:ext uri="{FF2B5EF4-FFF2-40B4-BE49-F238E27FC236}">
                <a16:creationId xmlns:a16="http://schemas.microsoft.com/office/drawing/2014/main" id="{5E4086F1-8F3D-CC49-AD6A-981B2DD769C7}"/>
              </a:ext>
            </a:extLst>
          </p:cNvPr>
          <p:cNvSpPr>
            <a:spLocks noGrp="1"/>
          </p:cNvSpPr>
          <p:nvPr>
            <p:ph type="title" hasCustomPrompt="1"/>
          </p:nvPr>
        </p:nvSpPr>
        <p:spPr>
          <a:xfrm>
            <a:off x="228599" y="294477"/>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60" name="Text Placeholder 57">
            <a:extLst>
              <a:ext uri="{FF2B5EF4-FFF2-40B4-BE49-F238E27FC236}">
                <a16:creationId xmlns:a16="http://schemas.microsoft.com/office/drawing/2014/main" id="{523D2605-98E1-C540-A3BC-8F13295F1D1C}"/>
              </a:ext>
            </a:extLst>
          </p:cNvPr>
          <p:cNvSpPr>
            <a:spLocks noGrp="1"/>
          </p:cNvSpPr>
          <p:nvPr>
            <p:ph type="body" sz="quarter" idx="55" hasCustomPrompt="1"/>
          </p:nvPr>
        </p:nvSpPr>
        <p:spPr>
          <a:xfrm>
            <a:off x="228600" y="714025"/>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61" name="Table Placeholder 2">
            <a:extLst>
              <a:ext uri="{FF2B5EF4-FFF2-40B4-BE49-F238E27FC236}">
                <a16:creationId xmlns:a16="http://schemas.microsoft.com/office/drawing/2014/main" id="{335387C9-B540-7242-96C0-2C325DE4E29E}"/>
              </a:ext>
            </a:extLst>
          </p:cNvPr>
          <p:cNvSpPr>
            <a:spLocks noGrp="1"/>
          </p:cNvSpPr>
          <p:nvPr>
            <p:ph type="tbl" sz="quarter" idx="56" hasCustomPrompt="1"/>
          </p:nvPr>
        </p:nvSpPr>
        <p:spPr>
          <a:xfrm>
            <a:off x="228434" y="1716860"/>
            <a:ext cx="5638966" cy="4302940"/>
          </a:xfrm>
        </p:spPr>
        <p:txBody>
          <a:bodyPr anchor="ctr"/>
          <a:lstStyle>
            <a:lvl1pPr marL="0" indent="0" algn="ctr">
              <a:buNone/>
              <a:defRPr/>
            </a:lvl1pPr>
          </a:lstStyle>
          <a:p>
            <a:r>
              <a:rPr lang="en-US"/>
              <a:t>ADD TABLE HERE</a:t>
            </a:r>
          </a:p>
        </p:txBody>
      </p:sp>
      <p:sp>
        <p:nvSpPr>
          <p:cNvPr id="8" name="Table Placeholder 2">
            <a:extLst>
              <a:ext uri="{FF2B5EF4-FFF2-40B4-BE49-F238E27FC236}">
                <a16:creationId xmlns:a16="http://schemas.microsoft.com/office/drawing/2014/main" id="{D80F0705-A022-4045-8792-F7E7A9E212B3}"/>
              </a:ext>
            </a:extLst>
          </p:cNvPr>
          <p:cNvSpPr>
            <a:spLocks noGrp="1"/>
          </p:cNvSpPr>
          <p:nvPr>
            <p:ph type="tbl" sz="quarter" idx="57" hasCustomPrompt="1"/>
          </p:nvPr>
        </p:nvSpPr>
        <p:spPr>
          <a:xfrm>
            <a:off x="6337920" y="1716860"/>
            <a:ext cx="5638966" cy="4302940"/>
          </a:xfrm>
        </p:spPr>
        <p:txBody>
          <a:bodyPr anchor="ctr"/>
          <a:lstStyle>
            <a:lvl1pPr marL="0" indent="0" algn="ctr">
              <a:buNone/>
              <a:defRPr/>
            </a:lvl1pPr>
          </a:lstStyle>
          <a:p>
            <a:r>
              <a:rPr lang="en-US"/>
              <a:t>ADD TABLE HERE</a:t>
            </a:r>
          </a:p>
        </p:txBody>
      </p:sp>
      <p:pic>
        <p:nvPicPr>
          <p:cNvPr id="2" name="Picture 1">
            <a:extLst>
              <a:ext uri="{FF2B5EF4-FFF2-40B4-BE49-F238E27FC236}">
                <a16:creationId xmlns:a16="http://schemas.microsoft.com/office/drawing/2014/main" id="{3F62DC2C-C7F9-7BAD-EE4E-87743B8C9A64}"/>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2146256596"/>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rted List Clou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6899531-8154-F249-BFFD-54079D22589A}"/>
              </a:ext>
            </a:extLst>
          </p:cNvPr>
          <p:cNvSpPr/>
          <p:nvPr userDrawn="1"/>
        </p:nvSpPr>
        <p:spPr>
          <a:xfrm>
            <a:off x="3276600" y="0"/>
            <a:ext cx="8915400" cy="6858000"/>
          </a:xfrm>
          <a:prstGeom prst="rect">
            <a:avLst/>
          </a:prstGeom>
          <a:solidFill>
            <a:srgbClr val="E4F4F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latin typeface="TWK Everett" panose="020B0204000000000000" pitchFamily="34" charset="77"/>
            </a:endParaRPr>
          </a:p>
        </p:txBody>
      </p:sp>
      <p:sp>
        <p:nvSpPr>
          <p:cNvPr id="45" name="Slide Number Placeholder 5">
            <a:extLst>
              <a:ext uri="{FF2B5EF4-FFF2-40B4-BE49-F238E27FC236}">
                <a16:creationId xmlns:a16="http://schemas.microsoft.com/office/drawing/2014/main" id="{AC864F3C-846C-6846-B894-6D6BE496ABFA}"/>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59" name="Title 1">
            <a:extLst>
              <a:ext uri="{FF2B5EF4-FFF2-40B4-BE49-F238E27FC236}">
                <a16:creationId xmlns:a16="http://schemas.microsoft.com/office/drawing/2014/main" id="{5E4086F1-8F3D-CC49-AD6A-981B2DD769C7}"/>
              </a:ext>
            </a:extLst>
          </p:cNvPr>
          <p:cNvSpPr>
            <a:spLocks noGrp="1"/>
          </p:cNvSpPr>
          <p:nvPr>
            <p:ph type="title" hasCustomPrompt="1"/>
          </p:nvPr>
        </p:nvSpPr>
        <p:spPr>
          <a:xfrm>
            <a:off x="228599" y="294477"/>
            <a:ext cx="281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60" name="Text Placeholder 57">
            <a:extLst>
              <a:ext uri="{FF2B5EF4-FFF2-40B4-BE49-F238E27FC236}">
                <a16:creationId xmlns:a16="http://schemas.microsoft.com/office/drawing/2014/main" id="{523D2605-98E1-C540-A3BC-8F13295F1D1C}"/>
              </a:ext>
            </a:extLst>
          </p:cNvPr>
          <p:cNvSpPr>
            <a:spLocks noGrp="1"/>
          </p:cNvSpPr>
          <p:nvPr>
            <p:ph type="body" sz="quarter" idx="55" hasCustomPrompt="1"/>
          </p:nvPr>
        </p:nvSpPr>
        <p:spPr>
          <a:xfrm>
            <a:off x="228600" y="714025"/>
            <a:ext cx="2819554"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61" name="Table Placeholder 2">
            <a:extLst>
              <a:ext uri="{FF2B5EF4-FFF2-40B4-BE49-F238E27FC236}">
                <a16:creationId xmlns:a16="http://schemas.microsoft.com/office/drawing/2014/main" id="{335387C9-B540-7242-96C0-2C325DE4E29E}"/>
              </a:ext>
            </a:extLst>
          </p:cNvPr>
          <p:cNvSpPr>
            <a:spLocks noGrp="1"/>
          </p:cNvSpPr>
          <p:nvPr>
            <p:ph type="tbl" sz="quarter" idx="56" hasCustomPrompt="1"/>
          </p:nvPr>
        </p:nvSpPr>
        <p:spPr>
          <a:xfrm>
            <a:off x="4572000" y="876300"/>
            <a:ext cx="6096000" cy="5143500"/>
          </a:xfrm>
        </p:spPr>
        <p:txBody>
          <a:bodyPr anchor="ctr"/>
          <a:lstStyle>
            <a:lvl1pPr marL="0" indent="0" algn="ctr">
              <a:buNone/>
              <a:defRPr/>
            </a:lvl1pPr>
          </a:lstStyle>
          <a:p>
            <a:r>
              <a:rPr lang="en-US"/>
              <a:t>ADD TABLE HERE</a:t>
            </a:r>
          </a:p>
        </p:txBody>
      </p:sp>
      <p:pic>
        <p:nvPicPr>
          <p:cNvPr id="2" name="Picture 1">
            <a:extLst>
              <a:ext uri="{FF2B5EF4-FFF2-40B4-BE49-F238E27FC236}">
                <a16:creationId xmlns:a16="http://schemas.microsoft.com/office/drawing/2014/main" id="{21EAF8CD-6730-3D0C-15B9-2962274E29D9}"/>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1947151834"/>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rted List Blue">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6899531-8154-F249-BFFD-54079D22589A}"/>
              </a:ext>
            </a:extLst>
          </p:cNvPr>
          <p:cNvSpPr/>
          <p:nvPr userDrawn="1"/>
        </p:nvSpPr>
        <p:spPr>
          <a:xfrm>
            <a:off x="3276600" y="0"/>
            <a:ext cx="8915400" cy="6858000"/>
          </a:xfrm>
          <a:prstGeom prst="rect">
            <a:avLst/>
          </a:prstGeom>
          <a:solidFill>
            <a:srgbClr val="DDEDE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latin typeface="TWK Everett" panose="020B0204000000000000" pitchFamily="34" charset="77"/>
            </a:endParaRPr>
          </a:p>
        </p:txBody>
      </p:sp>
      <p:sp>
        <p:nvSpPr>
          <p:cNvPr id="45" name="Slide Number Placeholder 5">
            <a:extLst>
              <a:ext uri="{FF2B5EF4-FFF2-40B4-BE49-F238E27FC236}">
                <a16:creationId xmlns:a16="http://schemas.microsoft.com/office/drawing/2014/main" id="{A43F9380-EE94-6448-A41D-9DDBA8D4F537}"/>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59" name="Title 1">
            <a:extLst>
              <a:ext uri="{FF2B5EF4-FFF2-40B4-BE49-F238E27FC236}">
                <a16:creationId xmlns:a16="http://schemas.microsoft.com/office/drawing/2014/main" id="{A70FD612-8821-EE49-A0C5-77C6111FD9B4}"/>
              </a:ext>
            </a:extLst>
          </p:cNvPr>
          <p:cNvSpPr>
            <a:spLocks noGrp="1"/>
          </p:cNvSpPr>
          <p:nvPr>
            <p:ph type="title" hasCustomPrompt="1"/>
          </p:nvPr>
        </p:nvSpPr>
        <p:spPr>
          <a:xfrm>
            <a:off x="228599" y="294477"/>
            <a:ext cx="281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60" name="Text Placeholder 57">
            <a:extLst>
              <a:ext uri="{FF2B5EF4-FFF2-40B4-BE49-F238E27FC236}">
                <a16:creationId xmlns:a16="http://schemas.microsoft.com/office/drawing/2014/main" id="{3CF5CC65-92EA-304D-B5FD-87FA9451CC64}"/>
              </a:ext>
            </a:extLst>
          </p:cNvPr>
          <p:cNvSpPr>
            <a:spLocks noGrp="1"/>
          </p:cNvSpPr>
          <p:nvPr>
            <p:ph type="body" sz="quarter" idx="55" hasCustomPrompt="1"/>
          </p:nvPr>
        </p:nvSpPr>
        <p:spPr>
          <a:xfrm>
            <a:off x="228600" y="714025"/>
            <a:ext cx="2819554"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61" name="Table Placeholder 2">
            <a:extLst>
              <a:ext uri="{FF2B5EF4-FFF2-40B4-BE49-F238E27FC236}">
                <a16:creationId xmlns:a16="http://schemas.microsoft.com/office/drawing/2014/main" id="{5F5CE32C-8106-1248-8E7D-0220696468D6}"/>
              </a:ext>
            </a:extLst>
          </p:cNvPr>
          <p:cNvSpPr>
            <a:spLocks noGrp="1"/>
          </p:cNvSpPr>
          <p:nvPr>
            <p:ph type="tbl" sz="quarter" idx="56" hasCustomPrompt="1"/>
          </p:nvPr>
        </p:nvSpPr>
        <p:spPr>
          <a:xfrm>
            <a:off x="4572000" y="876300"/>
            <a:ext cx="6096000" cy="5143500"/>
          </a:xfrm>
        </p:spPr>
        <p:txBody>
          <a:bodyPr anchor="ctr"/>
          <a:lstStyle>
            <a:lvl1pPr marL="0" indent="0" algn="ctr">
              <a:buNone/>
              <a:defRPr/>
            </a:lvl1pPr>
          </a:lstStyle>
          <a:p>
            <a:r>
              <a:rPr lang="en-US"/>
              <a:t>ADD TABLE HERE</a:t>
            </a:r>
          </a:p>
        </p:txBody>
      </p:sp>
      <p:pic>
        <p:nvPicPr>
          <p:cNvPr id="2" name="Picture 1">
            <a:extLst>
              <a:ext uri="{FF2B5EF4-FFF2-40B4-BE49-F238E27FC236}">
                <a16:creationId xmlns:a16="http://schemas.microsoft.com/office/drawing/2014/main" id="{57DDD3D8-15BF-3C53-0687-61B874B41FB4}"/>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97985588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2" name="Slide Number Placeholder 5">
            <a:extLst>
              <a:ext uri="{FF2B5EF4-FFF2-40B4-BE49-F238E27FC236}">
                <a16:creationId xmlns:a16="http://schemas.microsoft.com/office/drawing/2014/main" id="{634F4663-0B4A-8447-9D6F-40CDA939E66B}"/>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3" name="Table Placeholder 2">
            <a:extLst>
              <a:ext uri="{FF2B5EF4-FFF2-40B4-BE49-F238E27FC236}">
                <a16:creationId xmlns:a16="http://schemas.microsoft.com/office/drawing/2014/main" id="{743C99B3-5983-A74C-AE34-2CF10800CFFB}"/>
              </a:ext>
            </a:extLst>
          </p:cNvPr>
          <p:cNvSpPr>
            <a:spLocks noGrp="1"/>
          </p:cNvSpPr>
          <p:nvPr>
            <p:ph type="tbl" sz="quarter" idx="27" hasCustomPrompt="1"/>
          </p:nvPr>
        </p:nvSpPr>
        <p:spPr>
          <a:xfrm>
            <a:off x="228600" y="1714500"/>
            <a:ext cx="11734800" cy="4305300"/>
          </a:xfrm>
        </p:spPr>
        <p:txBody>
          <a:bodyPr anchor="ctr"/>
          <a:lstStyle>
            <a:lvl1pPr marL="0" indent="0" algn="ctr">
              <a:buNone/>
              <a:defRPr/>
            </a:lvl1pPr>
          </a:lstStyle>
          <a:p>
            <a:r>
              <a:rPr lang="en-US"/>
              <a:t>TABLE</a:t>
            </a:r>
          </a:p>
        </p:txBody>
      </p:sp>
      <p:sp>
        <p:nvSpPr>
          <p:cNvPr id="39" name="Title 1">
            <a:extLst>
              <a:ext uri="{FF2B5EF4-FFF2-40B4-BE49-F238E27FC236}">
                <a16:creationId xmlns:a16="http://schemas.microsoft.com/office/drawing/2014/main" id="{76F04F07-B6C3-D64A-A8EB-8BD4B16258F3}"/>
              </a:ext>
            </a:extLst>
          </p:cNvPr>
          <p:cNvSpPr>
            <a:spLocks noGrp="1"/>
          </p:cNvSpPr>
          <p:nvPr>
            <p:ph type="title" hasCustomPrompt="1"/>
          </p:nvPr>
        </p:nvSpPr>
        <p:spPr>
          <a:xfrm>
            <a:off x="228599" y="294477"/>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40" name="Text Placeholder 57">
            <a:extLst>
              <a:ext uri="{FF2B5EF4-FFF2-40B4-BE49-F238E27FC236}">
                <a16:creationId xmlns:a16="http://schemas.microsoft.com/office/drawing/2014/main" id="{7E2547DE-EE34-4E4C-847E-F8CEB7838917}"/>
              </a:ext>
            </a:extLst>
          </p:cNvPr>
          <p:cNvSpPr>
            <a:spLocks noGrp="1"/>
          </p:cNvSpPr>
          <p:nvPr>
            <p:ph type="body" sz="quarter" idx="51" hasCustomPrompt="1"/>
          </p:nvPr>
        </p:nvSpPr>
        <p:spPr>
          <a:xfrm>
            <a:off x="228600" y="714025"/>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829DCC27-EFFF-EE3E-9898-3415D8007C34}"/>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13354832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rocess Char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100DA68-8999-1DFA-0901-F594698D0B54}"/>
              </a:ext>
            </a:extLst>
          </p:cNvPr>
          <p:cNvSpPr/>
          <p:nvPr userDrawn="1"/>
        </p:nvSpPr>
        <p:spPr>
          <a:xfrm>
            <a:off x="0" y="1988154"/>
            <a:ext cx="12192000" cy="486984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lide Number Placeholder 5">
            <a:extLst>
              <a:ext uri="{FF2B5EF4-FFF2-40B4-BE49-F238E27FC236}">
                <a16:creationId xmlns:a16="http://schemas.microsoft.com/office/drawing/2014/main" id="{60C23041-45CB-C040-9C5A-DD33E3262E9D}"/>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23" name="Text Placeholder 17">
            <a:extLst>
              <a:ext uri="{FF2B5EF4-FFF2-40B4-BE49-F238E27FC236}">
                <a16:creationId xmlns:a16="http://schemas.microsoft.com/office/drawing/2014/main" id="{39137709-4275-4140-8465-53BD64A4AEDF}"/>
              </a:ext>
            </a:extLst>
          </p:cNvPr>
          <p:cNvSpPr>
            <a:spLocks noGrp="1"/>
          </p:cNvSpPr>
          <p:nvPr>
            <p:ph type="body" sz="quarter" idx="16" hasCustomPrompt="1"/>
          </p:nvPr>
        </p:nvSpPr>
        <p:spPr>
          <a:xfrm>
            <a:off x="453789" y="2324990"/>
            <a:ext cx="2594211" cy="379322"/>
          </a:xfrm>
          <a:prstGeom prst="rect">
            <a:avLst/>
          </a:prstGeom>
        </p:spPr>
        <p:txBody>
          <a:bodyPr anchor="ctr">
            <a:noAutofit/>
          </a:bodyPr>
          <a:lstStyle>
            <a:lvl1pPr marL="0" indent="0">
              <a:lnSpc>
                <a:spcPct val="100000"/>
              </a:lnSpc>
              <a:buNone/>
              <a:defRPr sz="1400" b="0" i="0">
                <a:solidFill>
                  <a:schemeClr val="tx2"/>
                </a:solidFill>
                <a:latin typeface="TWK Everett" panose="020B0204000000000000" pitchFamily="34" charset="77"/>
              </a:defRPr>
            </a:lvl1pPr>
          </a:lstStyle>
          <a:p>
            <a:pPr lvl="0"/>
            <a:r>
              <a:rPr lang="en-US"/>
              <a:t>Category</a:t>
            </a:r>
          </a:p>
        </p:txBody>
      </p:sp>
      <p:sp>
        <p:nvSpPr>
          <p:cNvPr id="25" name="Text Placeholder 17">
            <a:extLst>
              <a:ext uri="{FF2B5EF4-FFF2-40B4-BE49-F238E27FC236}">
                <a16:creationId xmlns:a16="http://schemas.microsoft.com/office/drawing/2014/main" id="{0EC246B4-F1D0-754E-B440-28226D2ADC1F}"/>
              </a:ext>
            </a:extLst>
          </p:cNvPr>
          <p:cNvSpPr>
            <a:spLocks noGrp="1"/>
          </p:cNvSpPr>
          <p:nvPr>
            <p:ph type="body" sz="quarter" idx="27" hasCustomPrompt="1"/>
          </p:nvPr>
        </p:nvSpPr>
        <p:spPr>
          <a:xfrm>
            <a:off x="3276601" y="2324990"/>
            <a:ext cx="2590800" cy="379322"/>
          </a:xfrm>
          <a:prstGeom prst="rect">
            <a:avLst/>
          </a:prstGeom>
        </p:spPr>
        <p:txBody>
          <a:bodyPr anchor="ctr">
            <a:noAutofit/>
          </a:bodyPr>
          <a:lstStyle>
            <a:lvl1pPr marL="0" indent="0">
              <a:lnSpc>
                <a:spcPct val="100000"/>
              </a:lnSpc>
              <a:buNone/>
              <a:defRPr sz="1400" b="0" i="0">
                <a:solidFill>
                  <a:schemeClr val="tx2"/>
                </a:solidFill>
                <a:latin typeface="TWK Everett" panose="020B0204000000000000" pitchFamily="34" charset="77"/>
              </a:defRPr>
            </a:lvl1pPr>
          </a:lstStyle>
          <a:p>
            <a:pPr lvl="0"/>
            <a:r>
              <a:rPr lang="en-US"/>
              <a:t>Category</a:t>
            </a:r>
          </a:p>
        </p:txBody>
      </p:sp>
      <p:sp>
        <p:nvSpPr>
          <p:cNvPr id="31" name="Text Placeholder 17">
            <a:extLst>
              <a:ext uri="{FF2B5EF4-FFF2-40B4-BE49-F238E27FC236}">
                <a16:creationId xmlns:a16="http://schemas.microsoft.com/office/drawing/2014/main" id="{D01DC6FC-9816-B845-ADAD-84758D8D2735}"/>
              </a:ext>
            </a:extLst>
          </p:cNvPr>
          <p:cNvSpPr>
            <a:spLocks noGrp="1"/>
          </p:cNvSpPr>
          <p:nvPr>
            <p:ph type="body" sz="quarter" idx="30" hasCustomPrompt="1"/>
          </p:nvPr>
        </p:nvSpPr>
        <p:spPr>
          <a:xfrm>
            <a:off x="6323769" y="2324990"/>
            <a:ext cx="2591632" cy="379322"/>
          </a:xfrm>
          <a:prstGeom prst="rect">
            <a:avLst/>
          </a:prstGeom>
        </p:spPr>
        <p:txBody>
          <a:bodyPr anchor="ctr">
            <a:noAutofit/>
          </a:bodyPr>
          <a:lstStyle>
            <a:lvl1pPr marL="0" indent="0">
              <a:lnSpc>
                <a:spcPct val="100000"/>
              </a:lnSpc>
              <a:buNone/>
              <a:defRPr sz="1400" b="0" i="0">
                <a:solidFill>
                  <a:schemeClr val="tx2"/>
                </a:solidFill>
                <a:latin typeface="TWK Everett" panose="020B0204000000000000" pitchFamily="34" charset="77"/>
              </a:defRPr>
            </a:lvl1pPr>
          </a:lstStyle>
          <a:p>
            <a:pPr lvl="0"/>
            <a:r>
              <a:rPr lang="en-US"/>
              <a:t>Category</a:t>
            </a:r>
          </a:p>
        </p:txBody>
      </p:sp>
      <p:sp>
        <p:nvSpPr>
          <p:cNvPr id="38" name="Text Placeholder 17">
            <a:extLst>
              <a:ext uri="{FF2B5EF4-FFF2-40B4-BE49-F238E27FC236}">
                <a16:creationId xmlns:a16="http://schemas.microsoft.com/office/drawing/2014/main" id="{825BF896-F0D4-614F-B330-1F7669890212}"/>
              </a:ext>
            </a:extLst>
          </p:cNvPr>
          <p:cNvSpPr>
            <a:spLocks noGrp="1"/>
          </p:cNvSpPr>
          <p:nvPr>
            <p:ph type="body" sz="quarter" idx="11" hasCustomPrompt="1"/>
          </p:nvPr>
        </p:nvSpPr>
        <p:spPr>
          <a:xfrm>
            <a:off x="453789" y="1454047"/>
            <a:ext cx="2365611" cy="379322"/>
          </a:xfrm>
          <a:prstGeom prst="rect">
            <a:avLst/>
          </a:prstGeom>
        </p:spPr>
        <p:txBody>
          <a:bodyPr anchor="ctr">
            <a:noAutofit/>
          </a:bodyPr>
          <a:lstStyle>
            <a:lvl1pPr marL="0" indent="0">
              <a:lnSpc>
                <a:spcPct val="100000"/>
              </a:lnSpc>
              <a:buNone/>
              <a:defRPr sz="1400" b="1" i="0">
                <a:solidFill>
                  <a:schemeClr val="tx2"/>
                </a:solidFill>
                <a:latin typeface="TWK Everett" panose="020B0204000000000000" pitchFamily="34" charset="77"/>
              </a:defRPr>
            </a:lvl1pPr>
          </a:lstStyle>
          <a:p>
            <a:pPr lvl="0"/>
            <a:r>
              <a:rPr lang="en-US"/>
              <a:t>Subheading</a:t>
            </a:r>
          </a:p>
        </p:txBody>
      </p:sp>
      <p:sp>
        <p:nvSpPr>
          <p:cNvPr id="40" name="Text Placeholder 17">
            <a:extLst>
              <a:ext uri="{FF2B5EF4-FFF2-40B4-BE49-F238E27FC236}">
                <a16:creationId xmlns:a16="http://schemas.microsoft.com/office/drawing/2014/main" id="{9D299DA0-65CE-614C-B064-6912719EF7D7}"/>
              </a:ext>
            </a:extLst>
          </p:cNvPr>
          <p:cNvSpPr>
            <a:spLocks noGrp="1"/>
          </p:cNvSpPr>
          <p:nvPr>
            <p:ph type="body" sz="quarter" idx="14" hasCustomPrompt="1"/>
          </p:nvPr>
        </p:nvSpPr>
        <p:spPr>
          <a:xfrm>
            <a:off x="3276600" y="1454047"/>
            <a:ext cx="2592716" cy="379322"/>
          </a:xfrm>
          <a:prstGeom prst="rect">
            <a:avLst/>
          </a:prstGeom>
        </p:spPr>
        <p:txBody>
          <a:bodyPr anchor="ctr">
            <a:noAutofit/>
          </a:bodyPr>
          <a:lstStyle>
            <a:lvl1pPr marL="0" indent="0">
              <a:lnSpc>
                <a:spcPct val="100000"/>
              </a:lnSpc>
              <a:buNone/>
              <a:defRPr sz="1400" b="1" i="0">
                <a:solidFill>
                  <a:schemeClr val="tx2"/>
                </a:solidFill>
                <a:latin typeface="TWK Everett" panose="020B0204000000000000" pitchFamily="34" charset="77"/>
              </a:defRPr>
            </a:lvl1pPr>
          </a:lstStyle>
          <a:p>
            <a:pPr lvl="0"/>
            <a:r>
              <a:rPr lang="en-US"/>
              <a:t>Step</a:t>
            </a:r>
          </a:p>
        </p:txBody>
      </p:sp>
      <p:sp>
        <p:nvSpPr>
          <p:cNvPr id="43" name="Text Placeholder 17">
            <a:extLst>
              <a:ext uri="{FF2B5EF4-FFF2-40B4-BE49-F238E27FC236}">
                <a16:creationId xmlns:a16="http://schemas.microsoft.com/office/drawing/2014/main" id="{85BAD7E9-72C8-4044-B630-FC8F601134DD}"/>
              </a:ext>
            </a:extLst>
          </p:cNvPr>
          <p:cNvSpPr>
            <a:spLocks noGrp="1"/>
          </p:cNvSpPr>
          <p:nvPr>
            <p:ph type="body" sz="quarter" idx="29" hasCustomPrompt="1"/>
          </p:nvPr>
        </p:nvSpPr>
        <p:spPr>
          <a:xfrm>
            <a:off x="6323768" y="1456371"/>
            <a:ext cx="2591632" cy="379322"/>
          </a:xfrm>
          <a:prstGeom prst="rect">
            <a:avLst/>
          </a:prstGeom>
        </p:spPr>
        <p:txBody>
          <a:bodyPr anchor="ctr">
            <a:noAutofit/>
          </a:bodyPr>
          <a:lstStyle>
            <a:lvl1pPr marL="0" indent="0">
              <a:lnSpc>
                <a:spcPct val="100000"/>
              </a:lnSpc>
              <a:buNone/>
              <a:defRPr sz="1400" b="1" i="0">
                <a:solidFill>
                  <a:schemeClr val="tx2"/>
                </a:solidFill>
                <a:latin typeface="TWK Everett" panose="020B0204000000000000" pitchFamily="34" charset="77"/>
              </a:defRPr>
            </a:lvl1pPr>
          </a:lstStyle>
          <a:p>
            <a:pPr lvl="0"/>
            <a:r>
              <a:rPr lang="en-US"/>
              <a:t>Step</a:t>
            </a:r>
          </a:p>
        </p:txBody>
      </p:sp>
      <p:sp>
        <p:nvSpPr>
          <p:cNvPr id="50" name="Title 1">
            <a:extLst>
              <a:ext uri="{FF2B5EF4-FFF2-40B4-BE49-F238E27FC236}">
                <a16:creationId xmlns:a16="http://schemas.microsoft.com/office/drawing/2014/main" id="{B54EF588-9AC7-4947-A06B-1CE0E07D1508}"/>
              </a:ext>
            </a:extLst>
          </p:cNvPr>
          <p:cNvSpPr>
            <a:spLocks noGrp="1"/>
          </p:cNvSpPr>
          <p:nvPr>
            <p:ph type="title" hasCustomPrompt="1"/>
          </p:nvPr>
        </p:nvSpPr>
        <p:spPr>
          <a:xfrm>
            <a:off x="228599" y="294477"/>
            <a:ext cx="10439401" cy="281078"/>
          </a:xfrm>
        </p:spPr>
        <p:txBody>
          <a:bodyPr>
            <a:noAutofit/>
          </a:bodyPr>
          <a:lstStyle>
            <a:lvl1pPr>
              <a:lnSpc>
                <a:spcPct val="100000"/>
              </a:lnSpc>
              <a:defRPr sz="2400" b="0" i="0">
                <a:solidFill>
                  <a:schemeClr val="accent1"/>
                </a:solidFill>
                <a:latin typeface="TWK Everett" panose="020B0204000000000000" pitchFamily="34" charset="77"/>
              </a:defRPr>
            </a:lvl1pPr>
          </a:lstStyle>
          <a:p>
            <a:r>
              <a:rPr lang="en-US"/>
              <a:t>Add heading here</a:t>
            </a:r>
          </a:p>
        </p:txBody>
      </p:sp>
      <p:sp>
        <p:nvSpPr>
          <p:cNvPr id="51" name="Text Placeholder 57">
            <a:extLst>
              <a:ext uri="{FF2B5EF4-FFF2-40B4-BE49-F238E27FC236}">
                <a16:creationId xmlns:a16="http://schemas.microsoft.com/office/drawing/2014/main" id="{672A8537-72C1-2E4B-B560-7BDCA4C1CB4C}"/>
              </a:ext>
            </a:extLst>
          </p:cNvPr>
          <p:cNvSpPr>
            <a:spLocks noGrp="1"/>
          </p:cNvSpPr>
          <p:nvPr>
            <p:ph type="body" sz="quarter" idx="51" hasCustomPrompt="1"/>
          </p:nvPr>
        </p:nvSpPr>
        <p:spPr>
          <a:xfrm>
            <a:off x="228600" y="714025"/>
            <a:ext cx="10439968"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
        <p:nvSpPr>
          <p:cNvPr id="52" name="Text Placeholder 2">
            <a:extLst>
              <a:ext uri="{FF2B5EF4-FFF2-40B4-BE49-F238E27FC236}">
                <a16:creationId xmlns:a16="http://schemas.microsoft.com/office/drawing/2014/main" id="{65A10F9C-411F-AA4A-9E2C-D8BAEEFCAF25}"/>
              </a:ext>
            </a:extLst>
          </p:cNvPr>
          <p:cNvSpPr>
            <a:spLocks noGrp="1"/>
          </p:cNvSpPr>
          <p:nvPr>
            <p:ph type="body" sz="quarter" idx="48" hasCustomPrompt="1"/>
          </p:nvPr>
        </p:nvSpPr>
        <p:spPr>
          <a:xfrm>
            <a:off x="466642" y="3230162"/>
            <a:ext cx="2590800" cy="2789638"/>
          </a:xfrm>
        </p:spPr>
        <p:txBody>
          <a:bodyPr/>
          <a:lstStyle>
            <a:lvl1pPr>
              <a:buClr>
                <a:schemeClr val="tx2"/>
              </a:buClr>
              <a:defRPr sz="1200">
                <a:solidFill>
                  <a:schemeClr val="tx2"/>
                </a:solidFill>
              </a:defRPr>
            </a:lvl1pPr>
            <a:lvl2pPr>
              <a:buClr>
                <a:schemeClr val="tx2"/>
              </a:buClr>
              <a:defRPr sz="1200">
                <a:solidFill>
                  <a:schemeClr val="tx2"/>
                </a:solidFill>
              </a:defRPr>
            </a:lvl2pPr>
            <a:lvl3pPr marL="690563" indent="-163513">
              <a:buClr>
                <a:srgbClr val="042315"/>
              </a:buClr>
              <a:buFont typeface="Courier New" panose="02070309020205020404" pitchFamily="49" charset="0"/>
              <a:buChar char="o"/>
              <a:tabLst/>
              <a:defRPr sz="1200">
                <a:solidFill>
                  <a:schemeClr val="tx2"/>
                </a:solidFill>
              </a:defRPr>
            </a:lvl3pPr>
            <a:lvl4pPr>
              <a:buClr>
                <a:schemeClr val="tx2"/>
              </a:buClr>
              <a:defRPr sz="1200">
                <a:solidFill>
                  <a:schemeClr val="tx2"/>
                </a:solidFill>
              </a:defRPr>
            </a:lvl4pPr>
            <a:lvl5pPr>
              <a:buClr>
                <a:schemeClr val="tx2"/>
              </a:buClr>
              <a:defRPr sz="1200">
                <a:solidFill>
                  <a:schemeClr val="tx2"/>
                </a:solidFill>
              </a:defRPr>
            </a:lvl5pPr>
          </a:lstStyle>
          <a:p>
            <a:pPr lvl="0"/>
            <a:r>
              <a:rPr lang="en-US"/>
              <a:t>Add body text</a:t>
            </a:r>
          </a:p>
          <a:p>
            <a:pPr lvl="1"/>
            <a:r>
              <a:rPr lang="en-US"/>
              <a:t>Second level</a:t>
            </a:r>
          </a:p>
          <a:p>
            <a:pPr lvl="2"/>
            <a:r>
              <a:rPr lang="en-US"/>
              <a:t>Third level</a:t>
            </a:r>
          </a:p>
          <a:p>
            <a:pPr lvl="3"/>
            <a:r>
              <a:rPr lang="en-US"/>
              <a:t>Fourth level</a:t>
            </a:r>
          </a:p>
          <a:p>
            <a:pPr lvl="4"/>
            <a:r>
              <a:rPr lang="en-US"/>
              <a:t>Fifth level</a:t>
            </a:r>
          </a:p>
        </p:txBody>
      </p:sp>
      <p:sp>
        <p:nvSpPr>
          <p:cNvPr id="53" name="Text Placeholder 2">
            <a:extLst>
              <a:ext uri="{FF2B5EF4-FFF2-40B4-BE49-F238E27FC236}">
                <a16:creationId xmlns:a16="http://schemas.microsoft.com/office/drawing/2014/main" id="{2DD909CB-E93C-0944-B3AD-BFBF8FC7DDC5}"/>
              </a:ext>
            </a:extLst>
          </p:cNvPr>
          <p:cNvSpPr>
            <a:spLocks noGrp="1"/>
          </p:cNvSpPr>
          <p:nvPr>
            <p:ph type="body" sz="quarter" idx="46" hasCustomPrompt="1"/>
          </p:nvPr>
        </p:nvSpPr>
        <p:spPr>
          <a:xfrm>
            <a:off x="3287390" y="3230162"/>
            <a:ext cx="2590800" cy="2789638"/>
          </a:xfrm>
        </p:spPr>
        <p:txBody>
          <a:bodyPr/>
          <a:lstStyle>
            <a:lvl1pPr>
              <a:buClr>
                <a:schemeClr val="tx2"/>
              </a:buClr>
              <a:defRPr sz="1200">
                <a:solidFill>
                  <a:schemeClr val="tx2"/>
                </a:solidFill>
              </a:defRPr>
            </a:lvl1pPr>
            <a:lvl2pPr>
              <a:buClr>
                <a:schemeClr val="tx2"/>
              </a:buClr>
              <a:defRPr sz="1200">
                <a:solidFill>
                  <a:schemeClr val="tx2"/>
                </a:solidFill>
              </a:defRPr>
            </a:lvl2pPr>
            <a:lvl3pPr marL="698500" indent="-171450">
              <a:buClr>
                <a:schemeClr val="tx2"/>
              </a:buClr>
              <a:defRPr lang="en-US" sz="1200" b="0" i="0" kern="1200" dirty="0" smtClean="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3pPr>
            <a:lvl4pPr>
              <a:buClr>
                <a:schemeClr val="tx2"/>
              </a:buClr>
              <a:defRPr sz="1200">
                <a:solidFill>
                  <a:schemeClr val="tx2"/>
                </a:solidFill>
              </a:defRPr>
            </a:lvl4pPr>
            <a:lvl5pPr>
              <a:buClr>
                <a:schemeClr val="tx2"/>
              </a:buClr>
              <a:defRPr sz="1200">
                <a:solidFill>
                  <a:schemeClr val="tx2"/>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042315"/>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54" name="Text Placeholder 2">
            <a:extLst>
              <a:ext uri="{FF2B5EF4-FFF2-40B4-BE49-F238E27FC236}">
                <a16:creationId xmlns:a16="http://schemas.microsoft.com/office/drawing/2014/main" id="{0B7E7D2A-5EB7-4E40-88FC-349939DAE0E2}"/>
              </a:ext>
            </a:extLst>
          </p:cNvPr>
          <p:cNvSpPr>
            <a:spLocks noGrp="1"/>
          </p:cNvSpPr>
          <p:nvPr>
            <p:ph type="body" sz="quarter" idx="49" hasCustomPrompt="1"/>
          </p:nvPr>
        </p:nvSpPr>
        <p:spPr>
          <a:xfrm>
            <a:off x="6329995" y="3230162"/>
            <a:ext cx="2590800" cy="2789638"/>
          </a:xfrm>
        </p:spPr>
        <p:txBody>
          <a:bodyPr/>
          <a:lstStyle>
            <a:lvl1pPr>
              <a:buClr>
                <a:schemeClr val="tx2"/>
              </a:buClr>
              <a:defRPr sz="1200">
                <a:solidFill>
                  <a:schemeClr val="tx2"/>
                </a:solidFill>
              </a:defRPr>
            </a:lvl1pPr>
            <a:lvl2pPr>
              <a:buClr>
                <a:schemeClr val="tx2"/>
              </a:buClr>
              <a:defRPr sz="1200">
                <a:solidFill>
                  <a:schemeClr val="tx2"/>
                </a:solidFill>
              </a:defRPr>
            </a:lvl2pPr>
            <a:lvl3pPr marL="698500" indent="-171450">
              <a:buClr>
                <a:schemeClr val="tx2"/>
              </a:buClr>
              <a:defRPr lang="en-US" sz="1200" b="0" i="0" kern="1200" dirty="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3pPr>
            <a:lvl4pPr>
              <a:buClr>
                <a:schemeClr val="tx2"/>
              </a:buClr>
              <a:defRPr sz="1200">
                <a:solidFill>
                  <a:schemeClr val="tx2"/>
                </a:solidFill>
              </a:defRPr>
            </a:lvl4pPr>
            <a:lvl5pPr>
              <a:buClr>
                <a:schemeClr val="tx2"/>
              </a:buClr>
              <a:defRPr sz="1200">
                <a:solidFill>
                  <a:schemeClr val="tx2"/>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042315"/>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sp>
        <p:nvSpPr>
          <p:cNvPr id="16" name="Text Placeholder 17">
            <a:extLst>
              <a:ext uri="{FF2B5EF4-FFF2-40B4-BE49-F238E27FC236}">
                <a16:creationId xmlns:a16="http://schemas.microsoft.com/office/drawing/2014/main" id="{B39E6ED3-4CD7-49CA-A458-BB6774387EB2}"/>
              </a:ext>
            </a:extLst>
          </p:cNvPr>
          <p:cNvSpPr>
            <a:spLocks noGrp="1"/>
          </p:cNvSpPr>
          <p:nvPr>
            <p:ph type="body" sz="quarter" idx="33" hasCustomPrompt="1"/>
          </p:nvPr>
        </p:nvSpPr>
        <p:spPr>
          <a:xfrm>
            <a:off x="9372601" y="2324990"/>
            <a:ext cx="2590800" cy="379322"/>
          </a:xfrm>
          <a:prstGeom prst="rect">
            <a:avLst/>
          </a:prstGeom>
        </p:spPr>
        <p:txBody>
          <a:bodyPr anchor="ctr">
            <a:noAutofit/>
          </a:bodyPr>
          <a:lstStyle>
            <a:lvl1pPr marL="0" indent="0">
              <a:lnSpc>
                <a:spcPct val="100000"/>
              </a:lnSpc>
              <a:buNone/>
              <a:defRPr sz="1400" b="0" i="0">
                <a:solidFill>
                  <a:schemeClr val="tx2"/>
                </a:solidFill>
                <a:latin typeface="TWK Everett" panose="020B0204000000000000" pitchFamily="34" charset="77"/>
              </a:defRPr>
            </a:lvl1pPr>
          </a:lstStyle>
          <a:p>
            <a:pPr lvl="0"/>
            <a:r>
              <a:rPr lang="en-US"/>
              <a:t>Category</a:t>
            </a:r>
          </a:p>
        </p:txBody>
      </p:sp>
      <p:sp>
        <p:nvSpPr>
          <p:cNvPr id="17" name="Text Placeholder 17">
            <a:extLst>
              <a:ext uri="{FF2B5EF4-FFF2-40B4-BE49-F238E27FC236}">
                <a16:creationId xmlns:a16="http://schemas.microsoft.com/office/drawing/2014/main" id="{AEFC73BE-DDBB-4D8B-9CA4-D050AD207443}"/>
              </a:ext>
            </a:extLst>
          </p:cNvPr>
          <p:cNvSpPr>
            <a:spLocks noGrp="1"/>
          </p:cNvSpPr>
          <p:nvPr>
            <p:ph type="body" sz="quarter" idx="32" hasCustomPrompt="1"/>
          </p:nvPr>
        </p:nvSpPr>
        <p:spPr>
          <a:xfrm>
            <a:off x="9372600" y="1454047"/>
            <a:ext cx="2590800" cy="379322"/>
          </a:xfrm>
          <a:prstGeom prst="rect">
            <a:avLst/>
          </a:prstGeom>
        </p:spPr>
        <p:txBody>
          <a:bodyPr anchor="ctr">
            <a:noAutofit/>
          </a:bodyPr>
          <a:lstStyle>
            <a:lvl1pPr marL="0" indent="0">
              <a:lnSpc>
                <a:spcPct val="100000"/>
              </a:lnSpc>
              <a:buNone/>
              <a:defRPr sz="1400" b="1" i="0">
                <a:solidFill>
                  <a:schemeClr val="tx2"/>
                </a:solidFill>
                <a:latin typeface="TWK Everett" panose="020B0204000000000000" pitchFamily="34" charset="77"/>
              </a:defRPr>
            </a:lvl1pPr>
          </a:lstStyle>
          <a:p>
            <a:pPr lvl="0"/>
            <a:r>
              <a:rPr lang="en-US"/>
              <a:t>Step</a:t>
            </a:r>
          </a:p>
        </p:txBody>
      </p:sp>
      <p:sp>
        <p:nvSpPr>
          <p:cNvPr id="18" name="Text Placeholder 2">
            <a:extLst>
              <a:ext uri="{FF2B5EF4-FFF2-40B4-BE49-F238E27FC236}">
                <a16:creationId xmlns:a16="http://schemas.microsoft.com/office/drawing/2014/main" id="{31B2FF86-28F1-4C18-B526-42934A5F2E6C}"/>
              </a:ext>
            </a:extLst>
          </p:cNvPr>
          <p:cNvSpPr>
            <a:spLocks noGrp="1"/>
          </p:cNvSpPr>
          <p:nvPr>
            <p:ph type="body" sz="quarter" idx="50" hasCustomPrompt="1"/>
          </p:nvPr>
        </p:nvSpPr>
        <p:spPr>
          <a:xfrm>
            <a:off x="9380692" y="3230162"/>
            <a:ext cx="2590800" cy="2789638"/>
          </a:xfrm>
        </p:spPr>
        <p:txBody>
          <a:bodyPr/>
          <a:lstStyle>
            <a:lvl1pPr>
              <a:buClr>
                <a:schemeClr val="bg1"/>
              </a:buClr>
              <a:defRPr sz="1200">
                <a:solidFill>
                  <a:schemeClr val="tx2"/>
                </a:solidFill>
              </a:defRPr>
            </a:lvl1pPr>
            <a:lvl2pPr>
              <a:buClr>
                <a:schemeClr val="bg1"/>
              </a:buClr>
              <a:defRPr sz="1200">
                <a:solidFill>
                  <a:schemeClr val="tx2"/>
                </a:solidFill>
              </a:defRPr>
            </a:lvl2pPr>
            <a:lvl3pPr marL="698500" indent="-171450">
              <a:buClr>
                <a:schemeClr val="bg1"/>
              </a:buClr>
              <a:defRPr lang="en-US" sz="1200" b="0" i="0" kern="1200" dirty="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3pPr>
            <a:lvl4pPr>
              <a:buClr>
                <a:schemeClr val="bg1"/>
              </a:buClr>
              <a:defRPr sz="1200">
                <a:solidFill>
                  <a:schemeClr val="tx2"/>
                </a:solidFill>
              </a:defRPr>
            </a:lvl4pPr>
            <a:lvl5pPr>
              <a:buClr>
                <a:schemeClr val="bg1"/>
              </a:buClr>
              <a:defRPr sz="1200">
                <a:solidFill>
                  <a:schemeClr val="tx2"/>
                </a:solidFill>
              </a:defRPr>
            </a:lvl5pPr>
          </a:lstStyle>
          <a:p>
            <a:pPr lvl="0"/>
            <a:r>
              <a:rPr lang="en-US"/>
              <a:t>Add body text</a:t>
            </a:r>
          </a:p>
          <a:p>
            <a:pPr lvl="1"/>
            <a:r>
              <a:rPr lang="en-US"/>
              <a:t>Second level</a:t>
            </a:r>
          </a:p>
          <a:p>
            <a:pPr marL="690563" lvl="2" indent="-163513" algn="l" defTabSz="914400" rtl="0" eaLnBrk="1" latinLnBrk="0" hangingPunct="1">
              <a:lnSpc>
                <a:spcPct val="100000"/>
              </a:lnSpc>
              <a:spcBef>
                <a:spcPts val="500"/>
              </a:spcBef>
              <a:buClr>
                <a:srgbClr val="042315"/>
              </a:buClr>
              <a:buSzPct val="90000"/>
              <a:buFont typeface="Courier New" panose="02070309020205020404" pitchFamily="49" charset="0"/>
              <a:buChar char="o"/>
              <a:tabLst/>
            </a:pPr>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031620F-4EDE-C811-A039-6723C2A337DB}"/>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2871101952"/>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w Header and Footer">
    <p:bg>
      <p:bgPr>
        <a:solidFill>
          <a:schemeClr val="bg1"/>
        </a:solidFill>
        <a:effectLst/>
      </p:bgPr>
    </p:bg>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7C56E0B0-2AF0-404A-AF57-6EDD5EE4D48F}"/>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
        <p:nvSpPr>
          <p:cNvPr id="11" name="Title 1">
            <a:extLst>
              <a:ext uri="{FF2B5EF4-FFF2-40B4-BE49-F238E27FC236}">
                <a16:creationId xmlns:a16="http://schemas.microsoft.com/office/drawing/2014/main" id="{2E1BAD61-05AD-7345-97CB-3DCCDB04F114}"/>
              </a:ext>
            </a:extLst>
          </p:cNvPr>
          <p:cNvSpPr>
            <a:spLocks noGrp="1"/>
          </p:cNvSpPr>
          <p:nvPr>
            <p:ph type="title" hasCustomPrompt="1"/>
          </p:nvPr>
        </p:nvSpPr>
        <p:spPr>
          <a:xfrm>
            <a:off x="228599" y="294477"/>
            <a:ext cx="10439401" cy="281078"/>
          </a:xfrm>
        </p:spPr>
        <p:txBody>
          <a:bodyPr>
            <a:noAutofit/>
          </a:bodyPr>
          <a:lstStyle>
            <a:lvl1pPr>
              <a:lnSpc>
                <a:spcPct val="100000"/>
              </a:lnSpc>
              <a:defRPr sz="2400" b="0" i="0">
                <a:solidFill>
                  <a:srgbClr val="FF462D"/>
                </a:solidFill>
                <a:latin typeface="TWK Everett" panose="020B0204000000000000" pitchFamily="34" charset="77"/>
              </a:defRPr>
            </a:lvl1pPr>
          </a:lstStyle>
          <a:p>
            <a:r>
              <a:rPr lang="en-US"/>
              <a:t>Add heading here</a:t>
            </a:r>
          </a:p>
        </p:txBody>
      </p:sp>
      <p:sp>
        <p:nvSpPr>
          <p:cNvPr id="12" name="Text Placeholder 57">
            <a:extLst>
              <a:ext uri="{FF2B5EF4-FFF2-40B4-BE49-F238E27FC236}">
                <a16:creationId xmlns:a16="http://schemas.microsoft.com/office/drawing/2014/main" id="{6971B0DC-62D2-2D4D-A70E-3CC614E4426A}"/>
              </a:ext>
            </a:extLst>
          </p:cNvPr>
          <p:cNvSpPr>
            <a:spLocks noGrp="1"/>
          </p:cNvSpPr>
          <p:nvPr>
            <p:ph type="body" sz="quarter" idx="51" hasCustomPrompt="1"/>
          </p:nvPr>
        </p:nvSpPr>
        <p:spPr>
          <a:xfrm>
            <a:off x="228600" y="714025"/>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TWK Everett" panose="020B0204000000000000" pitchFamily="34" charset="77"/>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pic>
        <p:nvPicPr>
          <p:cNvPr id="2" name="Picture 1">
            <a:extLst>
              <a:ext uri="{FF2B5EF4-FFF2-40B4-BE49-F238E27FC236}">
                <a16:creationId xmlns:a16="http://schemas.microsoft.com/office/drawing/2014/main" id="{B39D9EAE-05C5-61BB-199B-D7A63145605A}"/>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230677762"/>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w Footer">
    <p:bg>
      <p:bgPr>
        <a:solidFill>
          <a:schemeClr val="bg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BB613C6-663D-7F41-AD46-3653A299955C}"/>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pic>
        <p:nvPicPr>
          <p:cNvPr id="2" name="Picture 1">
            <a:extLst>
              <a:ext uri="{FF2B5EF4-FFF2-40B4-BE49-F238E27FC236}">
                <a16:creationId xmlns:a16="http://schemas.microsoft.com/office/drawing/2014/main" id="{CD91C5FE-D9B9-89CB-73CC-663CAECD51C3}"/>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74783419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ey 1/4, White 3/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818AAE-88CA-CDC0-4980-5A14E7A680DC}"/>
              </a:ext>
            </a:extLst>
          </p:cNvPr>
          <p:cNvSpPr/>
          <p:nvPr userDrawn="1"/>
        </p:nvSpPr>
        <p:spPr>
          <a:xfrm>
            <a:off x="0" y="0"/>
            <a:ext cx="3048000" cy="6858000"/>
          </a:xfrm>
          <a:prstGeom prst="rect">
            <a:avLst/>
          </a:prstGeom>
          <a:solidFill>
            <a:srgbClr val="DDEDE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b="0" i="0">
              <a:latin typeface="TWK Everett" panose="020B0204000000000000" pitchFamily="34" charset="77"/>
            </a:endParaRPr>
          </a:p>
        </p:txBody>
      </p:sp>
      <p:sp>
        <p:nvSpPr>
          <p:cNvPr id="5" name="Slide Number Placeholder 5">
            <a:extLst>
              <a:ext uri="{FF2B5EF4-FFF2-40B4-BE49-F238E27FC236}">
                <a16:creationId xmlns:a16="http://schemas.microsoft.com/office/drawing/2014/main" id="{F3D35AC5-55CC-E946-8741-7EC0EAA15BEF}"/>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rgbClr val="3D3C3C"/>
                </a:solidFill>
                <a:latin typeface="Arial" panose="020B0604020202020204" pitchFamily="34" charset="0"/>
              </a:defRPr>
            </a:lvl1pPr>
          </a:lstStyle>
          <a:p>
            <a:fld id="{BB55D76A-9B6E-CD41-ABBE-F6C938295BAD}" type="slidenum">
              <a:rPr lang="en-US" smtClean="0"/>
              <a:pPr/>
              <a:t>‹#›</a:t>
            </a:fld>
            <a:endParaRPr lang="en-US"/>
          </a:p>
        </p:txBody>
      </p:sp>
      <p:pic>
        <p:nvPicPr>
          <p:cNvPr id="2" name="Picture 1">
            <a:extLst>
              <a:ext uri="{FF2B5EF4-FFF2-40B4-BE49-F238E27FC236}">
                <a16:creationId xmlns:a16="http://schemas.microsoft.com/office/drawing/2014/main" id="{02C0CE39-6AD8-41DB-3649-DD339BD21B9C}"/>
              </a:ext>
            </a:extLst>
          </p:cNvPr>
          <p:cNvPicPr>
            <a:picLocks noChangeAspect="1"/>
          </p:cNvPicPr>
          <p:nvPr userDrawn="1"/>
        </p:nvPicPr>
        <p:blipFill>
          <a:blip r:embed="rId2"/>
          <a:stretch>
            <a:fillRect/>
          </a:stretch>
        </p:blipFill>
        <p:spPr>
          <a:xfrm>
            <a:off x="233400" y="6342513"/>
            <a:ext cx="723467" cy="227941"/>
          </a:xfrm>
          <a:prstGeom prst="rect">
            <a:avLst/>
          </a:prstGeom>
        </p:spPr>
      </p:pic>
    </p:spTree>
    <p:extLst>
      <p:ext uri="{BB962C8B-B14F-4D97-AF65-F5344CB8AC3E}">
        <p14:creationId xmlns:p14="http://schemas.microsoft.com/office/powerpoint/2010/main" val="3756484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w page #">
    <p:bg>
      <p:bgPr>
        <a:solidFill>
          <a:schemeClr val="bg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BB613C6-663D-7F41-AD46-3653A299955C}"/>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Tree>
    <p:extLst>
      <p:ext uri="{BB962C8B-B14F-4D97-AF65-F5344CB8AC3E}">
        <p14:creationId xmlns:p14="http://schemas.microsoft.com/office/powerpoint/2010/main" val="251090503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Content w/ Large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3A9C5-791C-AB48-B861-F2AECD69A213}"/>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B8A2864-11E1-A64B-B5D0-383244734C5D}"/>
              </a:ext>
            </a:extLst>
          </p:cNvPr>
          <p:cNvSpPr>
            <a:spLocks noGrp="1"/>
          </p:cNvSpPr>
          <p:nvPr>
            <p:ph type="sldNum" sz="quarter" idx="10"/>
          </p:nvPr>
        </p:nvSpPr>
        <p:spPr/>
        <p:txBody>
          <a:bodyPr/>
          <a:lstStyle>
            <a:lvl1pPr>
              <a:defRPr>
                <a:solidFill>
                  <a:schemeClr val="tx2"/>
                </a:solidFill>
              </a:defRPr>
            </a:lvl1pPr>
          </a:lstStyle>
          <a:p>
            <a:fld id="{BB55D76A-9B6E-CD41-ABBE-F6C938295BAD}" type="slidenum">
              <a:rPr lang="en-US" smtClean="0"/>
              <a:pPr/>
              <a:t>‹#›</a:t>
            </a:fld>
            <a:endParaRPr lang="en-US"/>
          </a:p>
        </p:txBody>
      </p:sp>
      <p:sp>
        <p:nvSpPr>
          <p:cNvPr id="5" name="Text Placeholder 57">
            <a:extLst>
              <a:ext uri="{FF2B5EF4-FFF2-40B4-BE49-F238E27FC236}">
                <a16:creationId xmlns:a16="http://schemas.microsoft.com/office/drawing/2014/main" id="{AE9300DC-0C97-C94B-B6D5-97B215B5370A}"/>
              </a:ext>
            </a:extLst>
          </p:cNvPr>
          <p:cNvSpPr>
            <a:spLocks noGrp="1"/>
          </p:cNvSpPr>
          <p:nvPr>
            <p:ph type="body" sz="quarter" idx="26"/>
          </p:nvPr>
        </p:nvSpPr>
        <p:spPr>
          <a:xfrm>
            <a:off x="457200" y="776288"/>
            <a:ext cx="4667250" cy="282575"/>
          </a:xfrm>
        </p:spPr>
        <p:txBody>
          <a:bodyPr vert="horz" lIns="0" tIns="0" rIns="0" bIns="0" rtlCol="0" anchor="t">
            <a:noAutofit/>
          </a:bodyPr>
          <a:lstStyle>
            <a:lvl1pPr>
              <a:defRPr lang="en-US" sz="1200" dirty="0" smtClean="0">
                <a:solidFill>
                  <a:schemeClr val="accent1"/>
                </a:solidFill>
              </a:defRPr>
            </a:lvl1pPr>
            <a:lvl2pPr>
              <a:defRPr lang="en-US" dirty="0" smtClean="0"/>
            </a:lvl2pPr>
            <a:lvl3pPr>
              <a:defRPr lang="en-US" dirty="0" smtClean="0"/>
            </a:lvl3pPr>
            <a:lvl4pPr>
              <a:defRPr lang="en-US" dirty="0" smtClean="0"/>
            </a:lvl4pPr>
            <a:lvl5pPr>
              <a:defRPr lang="en-US" dirty="0"/>
            </a:lvl5pPr>
          </a:lstStyle>
          <a:p>
            <a:pPr lvl="0">
              <a:spcBef>
                <a:spcPct val="0"/>
              </a:spcBef>
              <a:buNone/>
            </a:pPr>
            <a:r>
              <a:rPr lang="en-US"/>
              <a:t>Click to edit Master text styles</a:t>
            </a:r>
          </a:p>
        </p:txBody>
      </p:sp>
      <p:sp>
        <p:nvSpPr>
          <p:cNvPr id="8" name="Text Placeholder 4">
            <a:extLst>
              <a:ext uri="{FF2B5EF4-FFF2-40B4-BE49-F238E27FC236}">
                <a16:creationId xmlns:a16="http://schemas.microsoft.com/office/drawing/2014/main" id="{879355B0-1E45-E840-96B8-2CA42DEC025A}"/>
              </a:ext>
            </a:extLst>
          </p:cNvPr>
          <p:cNvSpPr>
            <a:spLocks noGrp="1"/>
          </p:cNvSpPr>
          <p:nvPr>
            <p:ph type="body" sz="quarter" idx="23" hasCustomPrompt="1"/>
          </p:nvPr>
        </p:nvSpPr>
        <p:spPr>
          <a:xfrm>
            <a:off x="457200" y="1339850"/>
            <a:ext cx="2625047" cy="1958153"/>
          </a:xfrm>
        </p:spPr>
        <p:txBody>
          <a:bodyPr lIns="0" tIns="0" rIns="0" bIns="0">
            <a:noAutofit/>
          </a:bodyPr>
          <a:lstStyle>
            <a:lvl1pPr marL="0" indent="0">
              <a:buNone/>
              <a:defRPr sz="1200" b="0" i="0">
                <a:solidFill>
                  <a:schemeClr val="tx2"/>
                </a:solidFill>
                <a:latin typeface="TWK Everett" panose="020B0204000000000000" pitchFamily="34" charset="77"/>
              </a:defRPr>
            </a:lvl1pPr>
          </a:lstStyle>
          <a:p>
            <a:pPr lvl="0"/>
            <a:r>
              <a:rPr lang="en-US"/>
              <a:t>Add text—</a:t>
            </a:r>
            <a:r>
              <a:rPr lang="en-US" err="1"/>
              <a:t>sepien</a:t>
            </a:r>
            <a:r>
              <a:rPr lang="en-US"/>
              <a:t> et ligula </a:t>
            </a:r>
            <a:r>
              <a:rPr lang="en-US" err="1"/>
              <a:t>ullamcorper</a:t>
            </a:r>
            <a:r>
              <a:rPr lang="en-US"/>
              <a:t> </a:t>
            </a:r>
            <a:r>
              <a:rPr lang="en-US" err="1"/>
              <a:t>malesuada</a:t>
            </a:r>
            <a:r>
              <a:rPr lang="en-US"/>
              <a:t> </a:t>
            </a:r>
            <a:r>
              <a:rPr lang="en-US" err="1"/>
              <a:t>proin</a:t>
            </a:r>
            <a:r>
              <a:rPr lang="en-US"/>
              <a:t> libero </a:t>
            </a:r>
            <a:r>
              <a:rPr lang="en-US" err="1"/>
              <a:t>nunc</a:t>
            </a:r>
            <a:r>
              <a:rPr lang="en-US"/>
              <a:t> consequent </a:t>
            </a:r>
            <a:r>
              <a:rPr lang="en-US" err="1"/>
              <a:t>interdum</a:t>
            </a:r>
            <a:r>
              <a:rPr lang="en-US"/>
              <a:t> </a:t>
            </a:r>
            <a:r>
              <a:rPr lang="en-US" err="1"/>
              <a:t>varius</a:t>
            </a:r>
            <a:r>
              <a:rPr lang="en-US"/>
              <a:t> sit </a:t>
            </a:r>
            <a:r>
              <a:rPr lang="en-US" err="1"/>
              <a:t>amet</a:t>
            </a:r>
            <a:r>
              <a:rPr lang="en-US"/>
              <a:t>. Lorem ipsum dolor sit </a:t>
            </a:r>
            <a:r>
              <a:rPr lang="en-US" err="1"/>
              <a:t>amet</a:t>
            </a:r>
            <a:r>
              <a:rPr lang="en-US"/>
              <a:t> </a:t>
            </a:r>
            <a:r>
              <a:rPr lang="en-US" err="1"/>
              <a:t>consectutur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p>
        </p:txBody>
      </p:sp>
      <p:sp>
        <p:nvSpPr>
          <p:cNvPr id="10" name="Chart Placeholder 9">
            <a:extLst>
              <a:ext uri="{FF2B5EF4-FFF2-40B4-BE49-F238E27FC236}">
                <a16:creationId xmlns:a16="http://schemas.microsoft.com/office/drawing/2014/main" id="{C9DFC84E-FA9E-F842-B8A0-3F47FB47FC4C}"/>
              </a:ext>
            </a:extLst>
          </p:cNvPr>
          <p:cNvSpPr>
            <a:spLocks noGrp="1"/>
          </p:cNvSpPr>
          <p:nvPr>
            <p:ph type="chart" sz="quarter" idx="27" hasCustomPrompt="1"/>
          </p:nvPr>
        </p:nvSpPr>
        <p:spPr>
          <a:xfrm>
            <a:off x="4849813" y="400815"/>
            <a:ext cx="6791325" cy="5794375"/>
          </a:xfrm>
        </p:spPr>
        <p:txBody>
          <a:bodyPr anchor="ctr"/>
          <a:lstStyle>
            <a:lvl1pPr marL="0" indent="0" algn="ctr">
              <a:buNone/>
              <a:defRPr/>
            </a:lvl1pPr>
          </a:lstStyle>
          <a:p>
            <a:r>
              <a:rPr lang="en-US"/>
              <a:t>PIE CHART</a:t>
            </a:r>
          </a:p>
        </p:txBody>
      </p:sp>
      <p:pic>
        <p:nvPicPr>
          <p:cNvPr id="4" name="Picture 3" descr="Logo&#10;&#10;Description automatically generated">
            <a:extLst>
              <a:ext uri="{FF2B5EF4-FFF2-40B4-BE49-F238E27FC236}">
                <a16:creationId xmlns:a16="http://schemas.microsoft.com/office/drawing/2014/main" id="{5C9905CF-2597-ADDB-B98D-46E051028DB8}"/>
              </a:ext>
            </a:extLst>
          </p:cNvPr>
          <p:cNvPicPr>
            <a:picLocks noChangeAspect="1"/>
          </p:cNvPicPr>
          <p:nvPr userDrawn="1"/>
        </p:nvPicPr>
        <p:blipFill>
          <a:blip r:embed="rId2"/>
          <a:stretch>
            <a:fillRect/>
          </a:stretch>
        </p:blipFill>
        <p:spPr>
          <a:xfrm>
            <a:off x="232558" y="6343599"/>
            <a:ext cx="730344" cy="232383"/>
          </a:xfrm>
          <a:prstGeom prst="rect">
            <a:avLst/>
          </a:prstGeom>
        </p:spPr>
      </p:pic>
    </p:spTree>
    <p:extLst>
      <p:ext uri="{BB962C8B-B14F-4D97-AF65-F5344CB8AC3E}">
        <p14:creationId xmlns:p14="http://schemas.microsoft.com/office/powerpoint/2010/main" val="37670256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Blank w Header and Footer">
    <p:bg>
      <p:bgPr>
        <a:solidFill>
          <a:schemeClr val="bg1"/>
        </a:solidFill>
        <a:effectLst/>
      </p:bgPr>
    </p:bg>
    <p:spTree>
      <p:nvGrpSpPr>
        <p:cNvPr id="1" name=""/>
        <p:cNvGrpSpPr/>
        <p:nvPr/>
      </p:nvGrpSpPr>
      <p:grpSpPr>
        <a:xfrm>
          <a:off x="0" y="0"/>
          <a:ext cx="0" cy="0"/>
          <a:chOff x="0" y="0"/>
          <a:chExt cx="0" cy="0"/>
        </a:xfrm>
      </p:grpSpPr>
      <p:pic>
        <p:nvPicPr>
          <p:cNvPr id="10" name="Picture 9" descr="Logo&#10;&#10;Description automatically generated">
            <a:extLst>
              <a:ext uri="{FF2B5EF4-FFF2-40B4-BE49-F238E27FC236}">
                <a16:creationId xmlns:a16="http://schemas.microsoft.com/office/drawing/2014/main" id="{3738CA75-714F-DA40-A93F-9A4281C96732}"/>
              </a:ext>
            </a:extLst>
          </p:cNvPr>
          <p:cNvPicPr>
            <a:picLocks noChangeAspect="1"/>
          </p:cNvPicPr>
          <p:nvPr userDrawn="1"/>
        </p:nvPicPr>
        <p:blipFill>
          <a:blip r:embed="rId2"/>
          <a:stretch>
            <a:fillRect/>
          </a:stretch>
        </p:blipFill>
        <p:spPr>
          <a:xfrm>
            <a:off x="232558" y="6343599"/>
            <a:ext cx="730344" cy="232383"/>
          </a:xfrm>
          <a:prstGeom prst="rect">
            <a:avLst/>
          </a:prstGeom>
        </p:spPr>
      </p:pic>
      <p:sp>
        <p:nvSpPr>
          <p:cNvPr id="8" name="Slide Number Placeholder 5">
            <a:extLst>
              <a:ext uri="{FF2B5EF4-FFF2-40B4-BE49-F238E27FC236}">
                <a16:creationId xmlns:a16="http://schemas.microsoft.com/office/drawing/2014/main" id="{7C56E0B0-2AF0-404A-AF57-6EDD5EE4D48F}"/>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Arial" panose="020B0604020202020204" pitchFamily="34" charset="0"/>
              </a:defRPr>
            </a:lvl1pPr>
          </a:lstStyle>
          <a:p>
            <a:fld id="{BB55D76A-9B6E-CD41-ABBE-F6C938295BAD}" type="slidenum">
              <a:rPr lang="en-US" smtClean="0"/>
              <a:pPr/>
              <a:t>‹#›</a:t>
            </a:fld>
            <a:endParaRPr lang="en-US"/>
          </a:p>
        </p:txBody>
      </p:sp>
      <p:sp>
        <p:nvSpPr>
          <p:cNvPr id="6" name="Title 1">
            <a:extLst>
              <a:ext uri="{FF2B5EF4-FFF2-40B4-BE49-F238E27FC236}">
                <a16:creationId xmlns:a16="http://schemas.microsoft.com/office/drawing/2014/main" id="{EEB34EDC-C246-554D-89DE-700D7A3CDB08}"/>
              </a:ext>
            </a:extLst>
          </p:cNvPr>
          <p:cNvSpPr>
            <a:spLocks noGrp="1"/>
          </p:cNvSpPr>
          <p:nvPr>
            <p:ph type="title" hasCustomPrompt="1"/>
          </p:nvPr>
        </p:nvSpPr>
        <p:spPr>
          <a:xfrm>
            <a:off x="228599" y="266131"/>
            <a:ext cx="10439401" cy="281078"/>
          </a:xfrm>
        </p:spPr>
        <p:txBody>
          <a:bodyPr>
            <a:noAutofit/>
          </a:bodyPr>
          <a:lstStyle>
            <a:lvl1pPr>
              <a:lnSpc>
                <a:spcPct val="100000"/>
              </a:lnSpc>
              <a:defRPr sz="2400" b="0" i="0">
                <a:solidFill>
                  <a:srgbClr val="FF462D"/>
                </a:solidFill>
                <a:latin typeface="Arial" panose="020B0604020202020204" pitchFamily="34" charset="0"/>
              </a:defRPr>
            </a:lvl1pPr>
          </a:lstStyle>
          <a:p>
            <a:r>
              <a:rPr lang="en-US"/>
              <a:t>Add heading here</a:t>
            </a:r>
          </a:p>
        </p:txBody>
      </p:sp>
      <p:sp>
        <p:nvSpPr>
          <p:cNvPr id="7" name="Text Placeholder 57">
            <a:extLst>
              <a:ext uri="{FF2B5EF4-FFF2-40B4-BE49-F238E27FC236}">
                <a16:creationId xmlns:a16="http://schemas.microsoft.com/office/drawing/2014/main" id="{29857589-6B20-BE4B-B0B1-95B9E693BA3C}"/>
              </a:ext>
            </a:extLst>
          </p:cNvPr>
          <p:cNvSpPr>
            <a:spLocks noGrp="1"/>
          </p:cNvSpPr>
          <p:nvPr>
            <p:ph type="body" sz="quarter" idx="27" hasCustomPrompt="1"/>
          </p:nvPr>
        </p:nvSpPr>
        <p:spPr>
          <a:xfrm>
            <a:off x="228600" y="705999"/>
            <a:ext cx="10439966" cy="310833"/>
          </a:xfrm>
          <a:prstGeom prst="rect">
            <a:avLst/>
          </a:prstGeom>
        </p:spPr>
        <p:txBody>
          <a:bodyPr vert="horz" lIns="0" tIns="0" rIns="0" bIns="0" rtlCol="0" anchor="t">
            <a:noAutofit/>
          </a:bodyPr>
          <a:lstStyle>
            <a:lvl1pPr marL="0" indent="0">
              <a:lnSpc>
                <a:spcPct val="100000"/>
              </a:lnSpc>
              <a:spcBef>
                <a:spcPct val="0"/>
              </a:spcBef>
              <a:buFont typeface="Arial" panose="020B0604020202020204" pitchFamily="34" charset="0"/>
              <a:buNone/>
              <a:defRPr lang="en-US" sz="1400" b="0" i="0" dirty="0" smtClean="0">
                <a:solidFill>
                  <a:srgbClr val="3D3C3C"/>
                </a:solidFill>
                <a:latin typeface="Arial" panose="020B0604020202020204" pitchFamily="34" charset="0"/>
              </a:defRPr>
            </a:lvl1pPr>
            <a:lvl2pPr>
              <a:defRPr lang="en-US" dirty="0" smtClean="0"/>
            </a:lvl2pPr>
            <a:lvl3pPr>
              <a:defRPr lang="en-US" dirty="0" smtClean="0"/>
            </a:lvl3pPr>
            <a:lvl4pPr>
              <a:defRPr lang="en-US" dirty="0" smtClean="0"/>
            </a:lvl4pPr>
            <a:lvl5pPr>
              <a:defRPr lang="en-US" dirty="0"/>
            </a:lvl5pPr>
          </a:lstStyle>
          <a:p>
            <a:pPr marL="228600" lvl="0" indent="-228600">
              <a:spcBef>
                <a:spcPct val="0"/>
              </a:spcBef>
            </a:pPr>
            <a:r>
              <a:rPr lang="en-US"/>
              <a:t>Add subheading here</a:t>
            </a:r>
          </a:p>
        </p:txBody>
      </p:sp>
    </p:spTree>
    <p:extLst>
      <p:ext uri="{BB962C8B-B14F-4D97-AF65-F5344CB8AC3E}">
        <p14:creationId xmlns:p14="http://schemas.microsoft.com/office/powerpoint/2010/main" val="39431674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546512-28CF-D240-B81F-9ACB8CB1ABBF}"/>
              </a:ext>
            </a:extLst>
          </p:cNvPr>
          <p:cNvSpPr>
            <a:spLocks noGrp="1"/>
          </p:cNvSpPr>
          <p:nvPr>
            <p:ph type="title"/>
          </p:nvPr>
        </p:nvSpPr>
        <p:spPr>
          <a:xfrm>
            <a:off x="228600" y="332740"/>
            <a:ext cx="11734800" cy="514512"/>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956130B2-56B0-7F46-8400-1E3680E9AAFB}"/>
              </a:ext>
            </a:extLst>
          </p:cNvPr>
          <p:cNvSpPr>
            <a:spLocks noGrp="1"/>
          </p:cNvSpPr>
          <p:nvPr>
            <p:ph type="body" idx="1"/>
          </p:nvPr>
        </p:nvSpPr>
        <p:spPr>
          <a:xfrm>
            <a:off x="228600" y="1694180"/>
            <a:ext cx="11506200" cy="3657600"/>
          </a:xfrm>
          <a:prstGeom prst="rect">
            <a:avLst/>
          </a:prstGeom>
        </p:spPr>
        <p:txBody>
          <a:bodyPr vert="horz" lIns="0" tIns="0" rIns="0" bIns="0" rtlCol="0">
            <a:noAutofit/>
          </a:bodyPr>
          <a:lstStyle/>
          <a:p>
            <a:pPr lvl="0"/>
            <a:r>
              <a:rPr lang="en-US"/>
              <a:t>Click to add text</a:t>
            </a:r>
          </a:p>
          <a:p>
            <a:pPr lvl="1"/>
            <a:r>
              <a:rPr lang="en-US"/>
              <a:t>Second level</a:t>
            </a:r>
          </a:p>
          <a:p>
            <a:pPr marL="693738" lvl="2" indent="-236538" algn="l" defTabSz="914400" rtl="0" eaLnBrk="1" latinLnBrk="0" hangingPunct="1">
              <a:lnSpc>
                <a:spcPct val="100000"/>
              </a:lnSpc>
              <a:spcBef>
                <a:spcPts val="500"/>
              </a:spcBef>
              <a:buClr>
                <a:schemeClr val="bg2"/>
              </a:buClr>
              <a:buSzPct val="90000"/>
              <a:buFont typeface="Courier New" panose="02070309020205020404" pitchFamily="49" charset="0"/>
              <a:buChar char="o"/>
              <a:tabLst/>
            </a:pPr>
            <a:r>
              <a:rPr lang="en-US"/>
              <a:t>Third level</a:t>
            </a:r>
          </a:p>
          <a:p>
            <a:pPr lvl="3"/>
            <a:r>
              <a:rPr lang="en-US"/>
              <a:t>Fourth level</a:t>
            </a:r>
          </a:p>
          <a:p>
            <a:pPr lvl="4"/>
            <a:r>
              <a:rPr lang="en-US"/>
              <a:t>Fifth level</a:t>
            </a:r>
          </a:p>
          <a:p>
            <a:pPr lvl="0"/>
            <a:endParaRPr lang="en-US"/>
          </a:p>
        </p:txBody>
      </p:sp>
      <p:sp>
        <p:nvSpPr>
          <p:cNvPr id="7" name="Slide Number Placeholder 5">
            <a:extLst>
              <a:ext uri="{FF2B5EF4-FFF2-40B4-BE49-F238E27FC236}">
                <a16:creationId xmlns:a16="http://schemas.microsoft.com/office/drawing/2014/main" id="{33B5C29C-C4AF-DD48-AE8A-5B7CB4F103AB}"/>
              </a:ext>
            </a:extLst>
          </p:cNvPr>
          <p:cNvSpPr>
            <a:spLocks noGrp="1"/>
          </p:cNvSpPr>
          <p:nvPr>
            <p:ph type="sldNum" sz="quarter" idx="4"/>
          </p:nvPr>
        </p:nvSpPr>
        <p:spPr>
          <a:xfrm>
            <a:off x="11714480" y="6317405"/>
            <a:ext cx="257355" cy="215947"/>
          </a:xfrm>
          <a:prstGeom prst="rect">
            <a:avLst/>
          </a:prstGeom>
        </p:spPr>
        <p:txBody>
          <a:bodyPr lIns="0" tIns="0" rIns="0" bIns="0" numCol="1" anchor="b">
            <a:noAutofit/>
          </a:bodyPr>
          <a:lstStyle>
            <a:lvl1pPr algn="r">
              <a:defRPr sz="700" b="0" i="0">
                <a:solidFill>
                  <a:schemeClr val="tx2"/>
                </a:solidFill>
                <a:latin typeface="TWK Everett" panose="020B0204000000000000" pitchFamily="34" charset="77"/>
              </a:defRPr>
            </a:lvl1pPr>
          </a:lstStyle>
          <a:p>
            <a:fld id="{BB55D76A-9B6E-CD41-ABBE-F6C938295BAD}" type="slidenum">
              <a:rPr lang="en-US" smtClean="0"/>
              <a:pPr/>
              <a:t>‹#›</a:t>
            </a:fld>
            <a:endParaRPr lang="en-US"/>
          </a:p>
        </p:txBody>
      </p:sp>
    </p:spTree>
    <p:extLst>
      <p:ext uri="{BB962C8B-B14F-4D97-AF65-F5344CB8AC3E}">
        <p14:creationId xmlns:p14="http://schemas.microsoft.com/office/powerpoint/2010/main" val="75473031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5" r:id="rId23"/>
    <p:sldLayoutId id="2147483806" r:id="rId24"/>
    <p:sldLayoutId id="2147483807" r:id="rId25"/>
    <p:sldLayoutId id="2147483808" r:id="rId26"/>
    <p:sldLayoutId id="2147483809" r:id="rId27"/>
    <p:sldLayoutId id="2147483810" r:id="rId28"/>
    <p:sldLayoutId id="2147483811" r:id="rId29"/>
    <p:sldLayoutId id="2147483812" r:id="rId30"/>
    <p:sldLayoutId id="2147483813" r:id="rId31"/>
    <p:sldLayoutId id="2147483814" r:id="rId32"/>
    <p:sldLayoutId id="2147483815" r:id="rId33"/>
    <p:sldLayoutId id="2147483816" r:id="rId34"/>
    <p:sldLayoutId id="2147483817" r:id="rId35"/>
    <p:sldLayoutId id="2147483818" r:id="rId36"/>
    <p:sldLayoutId id="2147483819" r:id="rId37"/>
    <p:sldLayoutId id="2147483820" r:id="rId38"/>
    <p:sldLayoutId id="2147483821" r:id="rId39"/>
    <p:sldLayoutId id="2147483822" r:id="rId40"/>
    <p:sldLayoutId id="2147483823" r:id="rId41"/>
    <p:sldLayoutId id="2147483824" r:id="rId42"/>
    <p:sldLayoutId id="2147483825" r:id="rId43"/>
    <p:sldLayoutId id="2147483826" r:id="rId44"/>
    <p:sldLayoutId id="2147483827" r:id="rId45"/>
    <p:sldLayoutId id="2147483828" r:id="rId46"/>
    <p:sldLayoutId id="2147483829" r:id="rId47"/>
    <p:sldLayoutId id="2147483830" r:id="rId48"/>
    <p:sldLayoutId id="2147483831" r:id="rId49"/>
    <p:sldLayoutId id="2147483832" r:id="rId50"/>
    <p:sldLayoutId id="2147483833" r:id="rId51"/>
    <p:sldLayoutId id="2147483834" r:id="rId52"/>
    <p:sldLayoutId id="2147483835" r:id="rId53"/>
    <p:sldLayoutId id="2147483836" r:id="rId54"/>
    <p:sldLayoutId id="2147483838" r:id="rId55"/>
    <p:sldLayoutId id="2147483839" r:id="rId56"/>
  </p:sldLayoutIdLst>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hf hdr="0" ftr="0" dt="0"/>
  <p:txStyles>
    <p:titleStyle>
      <a:lvl1pPr algn="l" defTabSz="914400" rtl="0" eaLnBrk="1" latinLnBrk="0" hangingPunct="1">
        <a:lnSpc>
          <a:spcPct val="90000"/>
        </a:lnSpc>
        <a:spcBef>
          <a:spcPct val="0"/>
        </a:spcBef>
        <a:buNone/>
        <a:defRPr sz="1600" b="0" i="0" kern="120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1pPr>
    </p:titleStyle>
    <p:bodyStyle>
      <a:lvl1pPr marL="285750" indent="-285750" algn="l" defTabSz="914400" rtl="0" eaLnBrk="1" latinLnBrk="0" hangingPunct="1">
        <a:lnSpc>
          <a:spcPct val="100000"/>
        </a:lnSpc>
        <a:spcBef>
          <a:spcPts val="1000"/>
        </a:spcBef>
        <a:buClr>
          <a:schemeClr val="tx2"/>
        </a:buClr>
        <a:buFont typeface="System Font Regular"/>
        <a:buChar char="–"/>
        <a:defRPr sz="1400" b="0" i="0" kern="120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1pPr>
      <a:lvl2pPr marL="514350" indent="-225425"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2pPr>
      <a:lvl3pPr marL="457200" indent="0" algn="l" defTabSz="914400" rtl="0" eaLnBrk="1" latinLnBrk="0" hangingPunct="1">
        <a:lnSpc>
          <a:spcPct val="100000"/>
        </a:lnSpc>
        <a:spcBef>
          <a:spcPts val="500"/>
        </a:spcBef>
        <a:buClr>
          <a:srgbClr val="3D3C3C"/>
        </a:buClr>
        <a:buSzPct val="90000"/>
        <a:buFont typeface="Courier New" panose="02070309020205020404" pitchFamily="49" charset="0"/>
        <a:buNone/>
        <a:tabLst/>
        <a:defRPr sz="1400" b="0" i="0" kern="120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3pPr>
      <a:lvl4pPr marL="1030288" indent="-288925" algn="l" defTabSz="914400" rtl="0" eaLnBrk="1" latinLnBrk="0" hangingPunct="1">
        <a:lnSpc>
          <a:spcPct val="100000"/>
        </a:lnSpc>
        <a:spcBef>
          <a:spcPts val="500"/>
        </a:spcBef>
        <a:buClr>
          <a:schemeClr val="tx2"/>
        </a:buClr>
        <a:buFont typeface="System Font Regular"/>
        <a:buChar char="–"/>
        <a:tabLst/>
        <a:defRPr sz="1400" b="0" i="0" kern="120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4pPr>
      <a:lvl5pPr marL="1257300" indent="-214313"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tx2"/>
          </a:solidFill>
          <a:latin typeface="TWK Everett" panose="020B0204000000000000" pitchFamily="34" charset="77"/>
          <a:ea typeface="TWK Everett" panose="020B0204000000000000" pitchFamily="34" charset="77"/>
          <a:cs typeface="TWK Everett" panose="020B0204000000000000" pitchFamily="34"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5" pos="3696">
          <p15:clr>
            <a:srgbClr val="F26B43"/>
          </p15:clr>
        </p15:guide>
        <p15:guide id="26" pos="3840">
          <p15:clr>
            <a:srgbClr val="F26B43"/>
          </p15:clr>
        </p15:guide>
        <p15:guide id="27" pos="2880">
          <p15:clr>
            <a:srgbClr val="F26B43"/>
          </p15:clr>
        </p15:guide>
        <p15:guide id="28" pos="3984">
          <p15:clr>
            <a:srgbClr val="F26B43"/>
          </p15:clr>
        </p15:guide>
        <p15:guide id="29" pos="4800">
          <p15:clr>
            <a:srgbClr val="F26B43"/>
          </p15:clr>
        </p15:guide>
        <p15:guide id="30" pos="5616">
          <p15:clr>
            <a:srgbClr val="F26B43"/>
          </p15:clr>
        </p15:guide>
        <p15:guide id="31" pos="2064">
          <p15:clr>
            <a:srgbClr val="F26B43"/>
          </p15:clr>
        </p15:guide>
        <p15:guide id="32" pos="1920">
          <p15:clr>
            <a:srgbClr val="F26B43"/>
          </p15:clr>
        </p15:guide>
        <p15:guide id="33" pos="1776">
          <p15:clr>
            <a:srgbClr val="F26B43"/>
          </p15:clr>
        </p15:guide>
        <p15:guide id="34" pos="144">
          <p15:clr>
            <a:srgbClr val="F26B43"/>
          </p15:clr>
        </p15:guide>
        <p15:guide id="35" pos="5904">
          <p15:clr>
            <a:srgbClr val="F26B43"/>
          </p15:clr>
        </p15:guide>
        <p15:guide id="36" orient="horz" pos="216">
          <p15:clr>
            <a:srgbClr val="F26B43"/>
          </p15:clr>
        </p15:guide>
        <p15:guide id="37" orient="horz" pos="4104">
          <p15:clr>
            <a:srgbClr val="F26B43"/>
          </p15:clr>
        </p15:guide>
        <p15:guide id="38" pos="960">
          <p15:clr>
            <a:srgbClr val="F26B43"/>
          </p15:clr>
        </p15:guide>
        <p15:guide id="39" pos="5760">
          <p15:clr>
            <a:srgbClr val="F26B43"/>
          </p15:clr>
        </p15:guide>
        <p15:guide id="40" orient="horz" pos="552">
          <p15:clr>
            <a:srgbClr val="F26B43"/>
          </p15:clr>
        </p15:guide>
        <p15:guide id="41" orient="horz" pos="3792">
          <p15:clr>
            <a:srgbClr val="F26B43"/>
          </p15:clr>
        </p15:guide>
        <p15:guide id="42" orient="horz" pos="2160">
          <p15:clr>
            <a:srgbClr val="F26B43"/>
          </p15:clr>
        </p15:guide>
        <p15:guide id="44" orient="horz" pos="1080">
          <p15:clr>
            <a:srgbClr val="F26B43"/>
          </p15:clr>
        </p15:guide>
        <p15:guide id="45" orient="horz" pos="2688">
          <p15:clr>
            <a:srgbClr val="F26B43"/>
          </p15:clr>
        </p15:guide>
        <p15:guide id="47" orient="horz" pos="3264">
          <p15:clr>
            <a:srgbClr val="F26B43"/>
          </p15:clr>
        </p15:guide>
        <p15:guide id="49" orient="horz" pos="1632">
          <p15:clr>
            <a:srgbClr val="F26B43"/>
          </p15:clr>
        </p15:guide>
        <p15:guide id="51" pos="7536">
          <p15:clr>
            <a:srgbClr val="F26B43"/>
          </p15:clr>
        </p15:guide>
        <p15:guide id="52" pos="67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svg"/><Relationship Id="rId26" Type="http://schemas.openxmlformats.org/officeDocument/2006/relationships/image" Target="../media/image34.sv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sv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22.xml"/><Relationship Id="rId16" Type="http://schemas.openxmlformats.org/officeDocument/2006/relationships/image" Target="../media/image24.svg"/><Relationship Id="rId20" Type="http://schemas.openxmlformats.org/officeDocument/2006/relationships/image" Target="../media/image28.svg"/><Relationship Id="rId29" Type="http://schemas.openxmlformats.org/officeDocument/2006/relationships/image" Target="../media/image37.png"/><Relationship Id="rId1" Type="http://schemas.openxmlformats.org/officeDocument/2006/relationships/slideLayout" Target="../slideLayouts/slideLayout55.xml"/><Relationship Id="rId6" Type="http://schemas.openxmlformats.org/officeDocument/2006/relationships/image" Target="../media/image14.svg"/><Relationship Id="rId11" Type="http://schemas.openxmlformats.org/officeDocument/2006/relationships/image" Target="../media/image19.png"/><Relationship Id="rId24" Type="http://schemas.openxmlformats.org/officeDocument/2006/relationships/image" Target="../media/image32.sv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sv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 Id="rId22" Type="http://schemas.openxmlformats.org/officeDocument/2006/relationships/image" Target="../media/image30.svg"/><Relationship Id="rId27" Type="http://schemas.openxmlformats.org/officeDocument/2006/relationships/image" Target="../media/image35.png"/><Relationship Id="rId30" Type="http://schemas.openxmlformats.org/officeDocument/2006/relationships/image" Target="../media/image38.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122F87-560C-6BA8-941A-2AC4CC0FC095}"/>
              </a:ext>
            </a:extLst>
          </p:cNvPr>
          <p:cNvSpPr txBox="1"/>
          <p:nvPr/>
        </p:nvSpPr>
        <p:spPr>
          <a:xfrm>
            <a:off x="8268789" y="2677886"/>
            <a:ext cx="6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8" name="Text Placeholder 1">
            <a:extLst>
              <a:ext uri="{FF2B5EF4-FFF2-40B4-BE49-F238E27FC236}">
                <a16:creationId xmlns:a16="http://schemas.microsoft.com/office/drawing/2014/main" id="{B50AA845-3326-359B-682E-3B56A667586A}"/>
              </a:ext>
            </a:extLst>
          </p:cNvPr>
          <p:cNvSpPr>
            <a:spLocks noGrp="1"/>
          </p:cNvSpPr>
          <p:nvPr>
            <p:ph type="body" sz="quarter" idx="14"/>
          </p:nvPr>
        </p:nvSpPr>
        <p:spPr>
          <a:xfrm>
            <a:off x="107551" y="1596171"/>
            <a:ext cx="7916898" cy="2552699"/>
          </a:xfrm>
        </p:spPr>
        <p:txBody>
          <a:bodyPr/>
          <a:lstStyle/>
          <a:p>
            <a:r>
              <a:rPr lang="en-US" sz="5400">
                <a:solidFill>
                  <a:schemeClr val="bg1"/>
                </a:solidFill>
              </a:rPr>
              <a:t>L&amp;G ESG Scope 3 </a:t>
            </a:r>
          </a:p>
          <a:p>
            <a:r>
              <a:rPr lang="en-US" sz="5400">
                <a:solidFill>
                  <a:schemeClr val="bg1"/>
                </a:solidFill>
              </a:rPr>
              <a:t>Workflow and agentic AI functional architecture </a:t>
            </a:r>
            <a:endParaRPr lang="en-MX" sz="5400">
              <a:solidFill>
                <a:schemeClr val="bg1"/>
              </a:solidFill>
            </a:endParaRPr>
          </a:p>
        </p:txBody>
      </p:sp>
      <p:sp>
        <p:nvSpPr>
          <p:cNvPr id="9" name="Text Placeholder 12">
            <a:extLst>
              <a:ext uri="{FF2B5EF4-FFF2-40B4-BE49-F238E27FC236}">
                <a16:creationId xmlns:a16="http://schemas.microsoft.com/office/drawing/2014/main" id="{C5E71EF5-4789-5783-6A08-978BC794FB56}"/>
              </a:ext>
            </a:extLst>
          </p:cNvPr>
          <p:cNvSpPr txBox="1">
            <a:spLocks/>
          </p:cNvSpPr>
          <p:nvPr/>
        </p:nvSpPr>
        <p:spPr>
          <a:xfrm>
            <a:off x="234975" y="5151120"/>
            <a:ext cx="5632426" cy="45720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tx2"/>
              </a:buClr>
              <a:buFont typeface="System Font Regular"/>
              <a:buNone/>
              <a:defRPr sz="1200" b="0" i="0" kern="1200">
                <a:solidFill>
                  <a:srgbClr val="FFFFFF"/>
                </a:solidFill>
                <a:latin typeface="TWK Everett" panose="020B0204000000000000" pitchFamily="34" charset="77"/>
                <a:ea typeface="TWK Everett" panose="020B0204000000000000" pitchFamily="34" charset="77"/>
                <a:cs typeface="TWK Everett" panose="020B0204000000000000" pitchFamily="34" charset="77"/>
              </a:defRPr>
            </a:lvl1pPr>
            <a:lvl2pPr marL="514350" indent="-225425"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bg1"/>
                </a:solidFill>
                <a:latin typeface="TWK Everett" panose="020B0204000000000000" pitchFamily="34" charset="77"/>
                <a:ea typeface="TWK Everett" panose="020B0204000000000000" pitchFamily="34" charset="77"/>
                <a:cs typeface="TWK Everett" panose="020B0204000000000000" pitchFamily="34" charset="77"/>
              </a:defRPr>
            </a:lvl2pPr>
            <a:lvl3pPr marL="457200" indent="0" algn="l" defTabSz="914400" rtl="0" eaLnBrk="1" latinLnBrk="0" hangingPunct="1">
              <a:lnSpc>
                <a:spcPct val="100000"/>
              </a:lnSpc>
              <a:spcBef>
                <a:spcPts val="500"/>
              </a:spcBef>
              <a:buClr>
                <a:srgbClr val="3D3C3C"/>
              </a:buClr>
              <a:buSzPct val="90000"/>
              <a:buFont typeface="Courier New" panose="02070309020205020404" pitchFamily="49" charset="0"/>
              <a:buNone/>
              <a:tabLst/>
              <a:defRPr sz="1400" b="0" i="0" kern="1200">
                <a:solidFill>
                  <a:schemeClr val="bg1"/>
                </a:solidFill>
                <a:latin typeface="TWK Everett" panose="020B0204000000000000" pitchFamily="34" charset="77"/>
                <a:ea typeface="TWK Everett" panose="020B0204000000000000" pitchFamily="34" charset="77"/>
                <a:cs typeface="TWK Everett" panose="020B0204000000000000" pitchFamily="34" charset="77"/>
              </a:defRPr>
            </a:lvl3pPr>
            <a:lvl4pPr marL="1030288" indent="-288925" algn="l" defTabSz="914400" rtl="0" eaLnBrk="1" latinLnBrk="0" hangingPunct="1">
              <a:lnSpc>
                <a:spcPct val="100000"/>
              </a:lnSpc>
              <a:spcBef>
                <a:spcPts val="500"/>
              </a:spcBef>
              <a:buClr>
                <a:schemeClr val="tx2"/>
              </a:buClr>
              <a:buFont typeface="System Font Regular"/>
              <a:buChar char="–"/>
              <a:tabLst/>
              <a:defRPr sz="1400" b="0" i="0" kern="1200">
                <a:solidFill>
                  <a:schemeClr val="bg1"/>
                </a:solidFill>
                <a:latin typeface="TWK Everett" panose="020B0204000000000000" pitchFamily="34" charset="77"/>
                <a:ea typeface="TWK Everett" panose="020B0204000000000000" pitchFamily="34" charset="77"/>
                <a:cs typeface="TWK Everett" panose="020B0204000000000000" pitchFamily="34" charset="77"/>
              </a:defRPr>
            </a:lvl4pPr>
            <a:lvl5pPr marL="1257300" indent="-214313" algn="l" defTabSz="914400" rtl="0" eaLnBrk="1" latinLnBrk="0" hangingPunct="1">
              <a:lnSpc>
                <a:spcPct val="100000"/>
              </a:lnSpc>
              <a:spcBef>
                <a:spcPts val="500"/>
              </a:spcBef>
              <a:buClr>
                <a:schemeClr val="tx2"/>
              </a:buClr>
              <a:buFont typeface="Arial" panose="020B0604020202020204" pitchFamily="34" charset="0"/>
              <a:buChar char="•"/>
              <a:tabLst/>
              <a:defRPr sz="1400" b="0" i="0" kern="1200">
                <a:solidFill>
                  <a:schemeClr val="bg1"/>
                </a:solidFill>
                <a:latin typeface="TWK Everett" panose="020B0204000000000000" pitchFamily="34" charset="77"/>
                <a:ea typeface="TWK Everett" panose="020B0204000000000000" pitchFamily="34" charset="77"/>
                <a:cs typeface="TWK Everett" panose="020B0204000000000000" pitchFamily="34"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solidFill>
                  <a:schemeClr val="bg1"/>
                </a:solidFill>
              </a:rPr>
              <a:t>July 2025</a:t>
            </a:r>
          </a:p>
        </p:txBody>
      </p:sp>
    </p:spTree>
    <p:extLst>
      <p:ext uri="{BB962C8B-B14F-4D97-AF65-F5344CB8AC3E}">
        <p14:creationId xmlns:p14="http://schemas.microsoft.com/office/powerpoint/2010/main" val="1261574428"/>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97DAC-053B-CB2F-AE1F-30B542F26DD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6C26CE5-C7B0-909F-E78B-8132353FC13B}"/>
              </a:ext>
            </a:extLst>
          </p:cNvPr>
          <p:cNvSpPr>
            <a:spLocks noGrp="1"/>
          </p:cNvSpPr>
          <p:nvPr>
            <p:ph type="body" sz="quarter" idx="16"/>
          </p:nvPr>
        </p:nvSpPr>
        <p:spPr/>
        <p:txBody>
          <a:bodyPr/>
          <a:lstStyle/>
          <a:p>
            <a:r>
              <a:rPr lang="en-GB" sz="6600"/>
              <a:t>Extract from 8</a:t>
            </a:r>
            <a:r>
              <a:rPr lang="en-GB" sz="6600" baseline="30000"/>
              <a:t>th</a:t>
            </a:r>
            <a:r>
              <a:rPr lang="en-GB" sz="6600"/>
              <a:t> August session </a:t>
            </a:r>
          </a:p>
        </p:txBody>
      </p:sp>
      <p:sp>
        <p:nvSpPr>
          <p:cNvPr id="4" name="Text Placeholder 3">
            <a:extLst>
              <a:ext uri="{FF2B5EF4-FFF2-40B4-BE49-F238E27FC236}">
                <a16:creationId xmlns:a16="http://schemas.microsoft.com/office/drawing/2014/main" id="{39753FA8-D325-6353-3F83-CAE1CB66C69E}"/>
              </a:ext>
            </a:extLst>
          </p:cNvPr>
          <p:cNvSpPr>
            <a:spLocks noGrp="1"/>
          </p:cNvSpPr>
          <p:nvPr>
            <p:ph type="body" sz="quarter" idx="13"/>
          </p:nvPr>
        </p:nvSpPr>
        <p:spPr/>
        <p:txBody>
          <a:bodyPr/>
          <a:lstStyle/>
          <a:p>
            <a:endParaRPr lang="en-GB"/>
          </a:p>
        </p:txBody>
      </p:sp>
      <p:sp>
        <p:nvSpPr>
          <p:cNvPr id="7" name="Text Placeholder 6">
            <a:extLst>
              <a:ext uri="{FF2B5EF4-FFF2-40B4-BE49-F238E27FC236}">
                <a16:creationId xmlns:a16="http://schemas.microsoft.com/office/drawing/2014/main" id="{0E4BBED4-5015-4783-B088-DF26F70D5D1F}"/>
              </a:ext>
            </a:extLst>
          </p:cNvPr>
          <p:cNvSpPr>
            <a:spLocks noGrp="1"/>
          </p:cNvSpPr>
          <p:nvPr>
            <p:ph type="body" sz="quarter" idx="17"/>
          </p:nvPr>
        </p:nvSpPr>
        <p:spPr/>
        <p:txBody>
          <a:bodyPr/>
          <a:lstStyle/>
          <a:p>
            <a:endParaRPr lang="en-GB"/>
          </a:p>
        </p:txBody>
      </p:sp>
      <p:sp>
        <p:nvSpPr>
          <p:cNvPr id="5" name="Text Placeholder 4">
            <a:extLst>
              <a:ext uri="{FF2B5EF4-FFF2-40B4-BE49-F238E27FC236}">
                <a16:creationId xmlns:a16="http://schemas.microsoft.com/office/drawing/2014/main" id="{40BCF15E-51D1-86C5-DC2B-E9FDCD079CFA}"/>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3984328678"/>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2F57A-A026-828F-28BC-28C000DC2D8A}"/>
            </a:ext>
          </a:extLst>
        </p:cNvPr>
        <p:cNvGrpSpPr/>
        <p:nvPr/>
      </p:nvGrpSpPr>
      <p:grpSpPr>
        <a:xfrm>
          <a:off x="0" y="0"/>
          <a:ext cx="0" cy="0"/>
          <a:chOff x="0" y="0"/>
          <a:chExt cx="0" cy="0"/>
        </a:xfrm>
      </p:grpSpPr>
      <p:sp>
        <p:nvSpPr>
          <p:cNvPr id="10" name="Rectangle 1">
            <a:extLst>
              <a:ext uri="{FF2B5EF4-FFF2-40B4-BE49-F238E27FC236}">
                <a16:creationId xmlns:a16="http://schemas.microsoft.com/office/drawing/2014/main" id="{A7FFF327-D46A-7366-C25C-7651F0C8D6ED}"/>
              </a:ext>
            </a:extLst>
          </p:cNvPr>
          <p:cNvSpPr>
            <a:spLocks noChangeArrowheads="1"/>
          </p:cNvSpPr>
          <p:nvPr/>
        </p:nvSpPr>
        <p:spPr bwMode="auto">
          <a:xfrm>
            <a:off x="8739911" y="49666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2313"/>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2313"/>
              </a:solidFill>
              <a:effectLst/>
              <a:uLnTx/>
              <a:uFillTx/>
              <a:latin typeface="Arial" panose="020B0604020202020204" pitchFamily="34" charset="0"/>
              <a:ea typeface="+mn-ea"/>
              <a:cs typeface="+mn-cs"/>
            </a:endParaRPr>
          </a:p>
        </p:txBody>
      </p:sp>
      <p:sp>
        <p:nvSpPr>
          <p:cNvPr id="7" name="Hexagon 6">
            <a:extLst>
              <a:ext uri="{FF2B5EF4-FFF2-40B4-BE49-F238E27FC236}">
                <a16:creationId xmlns:a16="http://schemas.microsoft.com/office/drawing/2014/main" id="{F52B8F8B-3656-B97B-343B-BFEBF59E050F}"/>
              </a:ext>
            </a:extLst>
          </p:cNvPr>
          <p:cNvSpPr/>
          <p:nvPr/>
        </p:nvSpPr>
        <p:spPr>
          <a:xfrm>
            <a:off x="2538769" y="2478359"/>
            <a:ext cx="1587500" cy="1253278"/>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Federated Data Collection and Aggregation</a:t>
            </a:r>
          </a:p>
        </p:txBody>
      </p:sp>
      <p:sp>
        <p:nvSpPr>
          <p:cNvPr id="11" name="Hexagon 10">
            <a:extLst>
              <a:ext uri="{FF2B5EF4-FFF2-40B4-BE49-F238E27FC236}">
                <a16:creationId xmlns:a16="http://schemas.microsoft.com/office/drawing/2014/main" id="{00EC864C-B6CB-8ABB-FE8E-CDB35037424A}"/>
              </a:ext>
            </a:extLst>
          </p:cNvPr>
          <p:cNvSpPr/>
          <p:nvPr/>
        </p:nvSpPr>
        <p:spPr>
          <a:xfrm>
            <a:off x="2538769" y="3833315"/>
            <a:ext cx="1587500" cy="1253278"/>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Data and Knowledge Asset Curation</a:t>
            </a:r>
          </a:p>
        </p:txBody>
      </p:sp>
      <p:sp>
        <p:nvSpPr>
          <p:cNvPr id="12" name="Hexagon 11">
            <a:extLst>
              <a:ext uri="{FF2B5EF4-FFF2-40B4-BE49-F238E27FC236}">
                <a16:creationId xmlns:a16="http://schemas.microsoft.com/office/drawing/2014/main" id="{3FD699A6-D981-7691-C6EA-6F5BAC610DFD}"/>
              </a:ext>
            </a:extLst>
          </p:cNvPr>
          <p:cNvSpPr/>
          <p:nvPr/>
        </p:nvSpPr>
        <p:spPr>
          <a:xfrm>
            <a:off x="3883155" y="4508893"/>
            <a:ext cx="1587500" cy="1253278"/>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Anomaly Detection</a:t>
            </a:r>
          </a:p>
        </p:txBody>
      </p:sp>
      <p:sp>
        <p:nvSpPr>
          <p:cNvPr id="19" name="Hexagon 18">
            <a:extLst>
              <a:ext uri="{FF2B5EF4-FFF2-40B4-BE49-F238E27FC236}">
                <a16:creationId xmlns:a16="http://schemas.microsoft.com/office/drawing/2014/main" id="{4BF5A26D-4EBD-E791-0247-572A4D94FA8E}"/>
              </a:ext>
            </a:extLst>
          </p:cNvPr>
          <p:cNvSpPr/>
          <p:nvPr/>
        </p:nvSpPr>
        <p:spPr>
          <a:xfrm>
            <a:off x="3883155" y="3153937"/>
            <a:ext cx="1587500" cy="1253278"/>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AI Powered Data Quality Improvement </a:t>
            </a:r>
          </a:p>
        </p:txBody>
      </p:sp>
      <p:sp>
        <p:nvSpPr>
          <p:cNvPr id="25" name="Hexagon 24">
            <a:extLst>
              <a:ext uri="{FF2B5EF4-FFF2-40B4-BE49-F238E27FC236}">
                <a16:creationId xmlns:a16="http://schemas.microsoft.com/office/drawing/2014/main" id="{F43726B2-6DD3-D227-EEE3-4F40794F4E4A}"/>
              </a:ext>
            </a:extLst>
          </p:cNvPr>
          <p:cNvSpPr/>
          <p:nvPr/>
        </p:nvSpPr>
        <p:spPr>
          <a:xfrm>
            <a:off x="5242055" y="3829515"/>
            <a:ext cx="1587500" cy="1253278"/>
          </a:xfrm>
          <a:prstGeom prst="hexag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a:t>Portfolio Optimization with Emission Constraints</a:t>
            </a:r>
          </a:p>
        </p:txBody>
      </p:sp>
      <p:sp>
        <p:nvSpPr>
          <p:cNvPr id="26" name="Hexagon 25">
            <a:extLst>
              <a:ext uri="{FF2B5EF4-FFF2-40B4-BE49-F238E27FC236}">
                <a16:creationId xmlns:a16="http://schemas.microsoft.com/office/drawing/2014/main" id="{ABDFACD8-E0F4-492D-B34E-F81CD010DD61}"/>
              </a:ext>
            </a:extLst>
          </p:cNvPr>
          <p:cNvSpPr/>
          <p:nvPr/>
        </p:nvSpPr>
        <p:spPr>
          <a:xfrm>
            <a:off x="7927956" y="3884789"/>
            <a:ext cx="1587500" cy="1253278"/>
          </a:xfrm>
          <a:prstGeom prst="hex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AI - Driven Reporting and Compliance  </a:t>
            </a:r>
          </a:p>
        </p:txBody>
      </p:sp>
      <p:sp>
        <p:nvSpPr>
          <p:cNvPr id="27" name="Hexagon 26">
            <a:extLst>
              <a:ext uri="{FF2B5EF4-FFF2-40B4-BE49-F238E27FC236}">
                <a16:creationId xmlns:a16="http://schemas.microsoft.com/office/drawing/2014/main" id="{44821043-C332-4F04-9B8A-43116DBBE65B}"/>
              </a:ext>
            </a:extLst>
          </p:cNvPr>
          <p:cNvSpPr/>
          <p:nvPr/>
        </p:nvSpPr>
        <p:spPr>
          <a:xfrm>
            <a:off x="5252688" y="2492873"/>
            <a:ext cx="1587500" cy="1253278"/>
          </a:xfrm>
          <a:prstGeom prst="hexag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Dynamic  Transition Risk  Simulation </a:t>
            </a:r>
          </a:p>
        </p:txBody>
      </p:sp>
      <p:sp>
        <p:nvSpPr>
          <p:cNvPr id="31" name="Hexagon 30">
            <a:extLst>
              <a:ext uri="{FF2B5EF4-FFF2-40B4-BE49-F238E27FC236}">
                <a16:creationId xmlns:a16="http://schemas.microsoft.com/office/drawing/2014/main" id="{D15369BE-267F-4BCA-AEDF-2836B7209AB9}"/>
              </a:ext>
            </a:extLst>
          </p:cNvPr>
          <p:cNvSpPr/>
          <p:nvPr/>
        </p:nvSpPr>
        <p:spPr>
          <a:xfrm>
            <a:off x="6600955" y="3202876"/>
            <a:ext cx="1587500" cy="1253278"/>
          </a:xfrm>
          <a:prstGeom prst="hexag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High-Resolution Physical Risk Modeling</a:t>
            </a:r>
          </a:p>
        </p:txBody>
      </p:sp>
      <p:sp>
        <p:nvSpPr>
          <p:cNvPr id="32" name="Hexagon 31">
            <a:extLst>
              <a:ext uri="{FF2B5EF4-FFF2-40B4-BE49-F238E27FC236}">
                <a16:creationId xmlns:a16="http://schemas.microsoft.com/office/drawing/2014/main" id="{E7AA4F98-434C-218A-0962-8437CF4F90B0}"/>
              </a:ext>
            </a:extLst>
          </p:cNvPr>
          <p:cNvSpPr/>
          <p:nvPr/>
        </p:nvSpPr>
        <p:spPr>
          <a:xfrm>
            <a:off x="6570792" y="4538684"/>
            <a:ext cx="1587500" cy="1253278"/>
          </a:xfrm>
          <a:prstGeom prst="hexag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a:t>Dynamic Pricing &amp; Yield Calculation</a:t>
            </a:r>
          </a:p>
        </p:txBody>
      </p:sp>
      <p:sp>
        <p:nvSpPr>
          <p:cNvPr id="33" name="Rounded Rectangle 32">
            <a:extLst>
              <a:ext uri="{FF2B5EF4-FFF2-40B4-BE49-F238E27FC236}">
                <a16:creationId xmlns:a16="http://schemas.microsoft.com/office/drawing/2014/main" id="{7423CDA0-540B-0C4B-2FBB-C119A155EBDF}"/>
              </a:ext>
            </a:extLst>
          </p:cNvPr>
          <p:cNvSpPr/>
          <p:nvPr/>
        </p:nvSpPr>
        <p:spPr>
          <a:xfrm>
            <a:off x="335437" y="1650227"/>
            <a:ext cx="2010041" cy="792000"/>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Agentic AI as integration layer(‘glue’) across multiple fragmented systems, removing the need for data centralization</a:t>
            </a:r>
          </a:p>
        </p:txBody>
      </p:sp>
      <p:sp>
        <p:nvSpPr>
          <p:cNvPr id="37" name="Rounded Rectangle 36">
            <a:extLst>
              <a:ext uri="{FF2B5EF4-FFF2-40B4-BE49-F238E27FC236}">
                <a16:creationId xmlns:a16="http://schemas.microsoft.com/office/drawing/2014/main" id="{3261C0FB-F0ED-E04C-6F29-0A283D97876E}"/>
              </a:ext>
            </a:extLst>
          </p:cNvPr>
          <p:cNvSpPr/>
          <p:nvPr/>
        </p:nvSpPr>
        <p:spPr>
          <a:xfrm>
            <a:off x="314170" y="4617115"/>
            <a:ext cx="2010041"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Curation of internal and external data into unique knowledge &amp;  data assets (e.g. for peer benchmarking, pricing, portfolio risk management </a:t>
            </a:r>
            <a:r>
              <a:rPr lang="en-US" sz="1000" err="1">
                <a:solidFill>
                  <a:schemeClr val="tx1"/>
                </a:solidFill>
              </a:rPr>
              <a:t>etc</a:t>
            </a:r>
            <a:r>
              <a:rPr lang="en-US" sz="1000">
                <a:solidFill>
                  <a:schemeClr val="tx1"/>
                </a:solidFill>
              </a:rPr>
              <a:t>)</a:t>
            </a:r>
          </a:p>
        </p:txBody>
      </p:sp>
      <p:sp>
        <p:nvSpPr>
          <p:cNvPr id="38" name="Rounded Rectangle 37">
            <a:extLst>
              <a:ext uri="{FF2B5EF4-FFF2-40B4-BE49-F238E27FC236}">
                <a16:creationId xmlns:a16="http://schemas.microsoft.com/office/drawing/2014/main" id="{94AD641B-2ABD-BCDB-473E-83C3EFDE82BD}"/>
              </a:ext>
            </a:extLst>
          </p:cNvPr>
          <p:cNvSpPr/>
          <p:nvPr/>
        </p:nvSpPr>
        <p:spPr>
          <a:xfrm>
            <a:off x="3685651" y="1629099"/>
            <a:ext cx="2010041" cy="792000"/>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Going beyond the basics on addressing the data quality issues, estimations and imputation of   missing values </a:t>
            </a:r>
          </a:p>
        </p:txBody>
      </p:sp>
      <p:sp>
        <p:nvSpPr>
          <p:cNvPr id="2" name="Rounded Rectangle 1">
            <a:extLst>
              <a:ext uri="{FF2B5EF4-FFF2-40B4-BE49-F238E27FC236}">
                <a16:creationId xmlns:a16="http://schemas.microsoft.com/office/drawing/2014/main" id="{341ACA51-6FD8-7EAB-0C4C-FF8CD1DBFF08}"/>
              </a:ext>
            </a:extLst>
          </p:cNvPr>
          <p:cNvSpPr/>
          <p:nvPr/>
        </p:nvSpPr>
        <p:spPr>
          <a:xfrm>
            <a:off x="2101714" y="5685495"/>
            <a:ext cx="2010041"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Timely detection of outliers and  anomalies in the raw data feeds (internal and external), portfolio level  data for greater trust, better risk management and early identification of </a:t>
            </a:r>
          </a:p>
        </p:txBody>
      </p:sp>
      <p:cxnSp>
        <p:nvCxnSpPr>
          <p:cNvPr id="4" name="Elbow Connector 3">
            <a:extLst>
              <a:ext uri="{FF2B5EF4-FFF2-40B4-BE49-F238E27FC236}">
                <a16:creationId xmlns:a16="http://schemas.microsoft.com/office/drawing/2014/main" id="{F71B2E19-B49C-6C92-A4AF-8DECB2D1524A}"/>
              </a:ext>
            </a:extLst>
          </p:cNvPr>
          <p:cNvCxnSpPr>
            <a:cxnSpLocks/>
            <a:stCxn id="7" idx="3"/>
            <a:endCxn id="33" idx="2"/>
          </p:cNvCxnSpPr>
          <p:nvPr/>
        </p:nvCxnSpPr>
        <p:spPr>
          <a:xfrm rot="10800000">
            <a:off x="1340459" y="2442228"/>
            <a:ext cx="1198311" cy="662771"/>
          </a:xfrm>
          <a:prstGeom prst="bentConnector2">
            <a:avLst/>
          </a:prstGeom>
          <a:ln>
            <a:solidFill>
              <a:schemeClr val="accent3"/>
            </a:solidFill>
            <a:headEnd w="med" len="lg"/>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468A93F8-EC5C-411C-F17E-BE83B38FC5EE}"/>
              </a:ext>
            </a:extLst>
          </p:cNvPr>
          <p:cNvCxnSpPr>
            <a:cxnSpLocks/>
          </p:cNvCxnSpPr>
          <p:nvPr/>
        </p:nvCxnSpPr>
        <p:spPr>
          <a:xfrm rot="16200000" flipV="1">
            <a:off x="4270410" y="2931862"/>
            <a:ext cx="827073" cy="0"/>
          </a:xfrm>
          <a:prstGeom prst="bentConnector3">
            <a:avLst>
              <a:gd name="adj1" fmla="val 50000"/>
            </a:avLst>
          </a:prstGeom>
          <a:ln>
            <a:solidFill>
              <a:schemeClr val="accent3"/>
            </a:solidFill>
            <a:headEnd w="med" len="lg"/>
            <a:tailEnd type="oval"/>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66B4A9B9-8A0F-A4D5-F9A9-3F1DFF49AD8B}"/>
              </a:ext>
            </a:extLst>
          </p:cNvPr>
          <p:cNvSpPr/>
          <p:nvPr/>
        </p:nvSpPr>
        <p:spPr>
          <a:xfrm>
            <a:off x="5030784" y="5685495"/>
            <a:ext cx="2010041"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AI optimization algorithms to recommend portfolio adjustments that meet return objectives while </a:t>
            </a:r>
            <a:r>
              <a:rPr lang="en-US" sz="1000" err="1">
                <a:solidFill>
                  <a:schemeClr val="tx1"/>
                </a:solidFill>
              </a:rPr>
              <a:t>minimising</a:t>
            </a:r>
            <a:r>
              <a:rPr lang="en-US" sz="1000">
                <a:solidFill>
                  <a:schemeClr val="tx1"/>
                </a:solidFill>
              </a:rPr>
              <a:t> financed emissions (optimization under constraint)</a:t>
            </a:r>
          </a:p>
        </p:txBody>
      </p:sp>
      <p:cxnSp>
        <p:nvCxnSpPr>
          <p:cNvPr id="28" name="Elbow Connector 27">
            <a:extLst>
              <a:ext uri="{FF2B5EF4-FFF2-40B4-BE49-F238E27FC236}">
                <a16:creationId xmlns:a16="http://schemas.microsoft.com/office/drawing/2014/main" id="{0377550A-E5A2-F0D6-C79B-A7D38024B6FA}"/>
              </a:ext>
            </a:extLst>
          </p:cNvPr>
          <p:cNvCxnSpPr>
            <a:cxnSpLocks/>
            <a:stCxn id="11" idx="3"/>
            <a:endCxn id="37" idx="0"/>
          </p:cNvCxnSpPr>
          <p:nvPr/>
        </p:nvCxnSpPr>
        <p:spPr>
          <a:xfrm rot="10800000" flipV="1">
            <a:off x="1319191" y="4459953"/>
            <a:ext cx="1219578" cy="157161"/>
          </a:xfrm>
          <a:prstGeom prst="bentConnector2">
            <a:avLst/>
          </a:prstGeom>
          <a:ln>
            <a:solidFill>
              <a:schemeClr val="accent3"/>
            </a:solidFill>
            <a:headEnd w="med" len="lg"/>
            <a:tailEnd type="oval"/>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59D89CB7-5187-011D-C2E2-07255B03F06F}"/>
              </a:ext>
            </a:extLst>
          </p:cNvPr>
          <p:cNvCxnSpPr>
            <a:cxnSpLocks/>
          </p:cNvCxnSpPr>
          <p:nvPr/>
        </p:nvCxnSpPr>
        <p:spPr>
          <a:xfrm rot="10800000" flipV="1">
            <a:off x="4126269" y="5748416"/>
            <a:ext cx="564402" cy="517874"/>
          </a:xfrm>
          <a:prstGeom prst="bentConnector3">
            <a:avLst>
              <a:gd name="adj1" fmla="val 1139"/>
            </a:avLst>
          </a:prstGeom>
          <a:ln>
            <a:solidFill>
              <a:schemeClr val="accent3"/>
            </a:solidFill>
            <a:headEnd w="med" len="lg"/>
            <a:tailEnd type="oval"/>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07176104-73AB-C994-09E8-B18E3DE86C8A}"/>
              </a:ext>
            </a:extLst>
          </p:cNvPr>
          <p:cNvCxnSpPr>
            <a:cxnSpLocks/>
            <a:endCxn id="24" idx="0"/>
          </p:cNvCxnSpPr>
          <p:nvPr/>
        </p:nvCxnSpPr>
        <p:spPr>
          <a:xfrm rot="5400000">
            <a:off x="5695402" y="5323428"/>
            <a:ext cx="724134" cy="0"/>
          </a:xfrm>
          <a:prstGeom prst="bentConnector3">
            <a:avLst>
              <a:gd name="adj1" fmla="val 50000"/>
            </a:avLst>
          </a:prstGeom>
          <a:ln>
            <a:solidFill>
              <a:srgbClr val="197E3E"/>
            </a:solidFill>
            <a:headEnd w="med" len="lg"/>
            <a:tailEnd type="oval"/>
          </a:ln>
        </p:spPr>
        <p:style>
          <a:lnRef idx="1">
            <a:schemeClr val="accent4"/>
          </a:lnRef>
          <a:fillRef idx="0">
            <a:schemeClr val="accent4"/>
          </a:fillRef>
          <a:effectRef idx="0">
            <a:schemeClr val="accent4"/>
          </a:effectRef>
          <a:fontRef idx="minor">
            <a:schemeClr val="tx1"/>
          </a:fontRef>
        </p:style>
      </p:cxnSp>
      <p:sp>
        <p:nvSpPr>
          <p:cNvPr id="49" name="Rounded Rectangle 48">
            <a:extLst>
              <a:ext uri="{FF2B5EF4-FFF2-40B4-BE49-F238E27FC236}">
                <a16:creationId xmlns:a16="http://schemas.microsoft.com/office/drawing/2014/main" id="{1C2E3AD9-09A7-3405-DECB-7580A596FFF9}"/>
              </a:ext>
            </a:extLst>
          </p:cNvPr>
          <p:cNvSpPr/>
          <p:nvPr/>
        </p:nvSpPr>
        <p:spPr>
          <a:xfrm>
            <a:off x="8404048" y="2470935"/>
            <a:ext cx="2148023"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Using AI on satellite data, sensor feeds,  climate model outputs to identify patterns and provide high-resolution risk maps for assets</a:t>
            </a:r>
          </a:p>
        </p:txBody>
      </p:sp>
      <p:cxnSp>
        <p:nvCxnSpPr>
          <p:cNvPr id="50" name="Elbow Connector 49">
            <a:extLst>
              <a:ext uri="{FF2B5EF4-FFF2-40B4-BE49-F238E27FC236}">
                <a16:creationId xmlns:a16="http://schemas.microsoft.com/office/drawing/2014/main" id="{9E7EAE49-45AD-562B-EE11-2F2DC9CBB947}"/>
              </a:ext>
            </a:extLst>
          </p:cNvPr>
          <p:cNvCxnSpPr>
            <a:cxnSpLocks/>
            <a:endCxn id="49" idx="1"/>
          </p:cNvCxnSpPr>
          <p:nvPr/>
        </p:nvCxnSpPr>
        <p:spPr>
          <a:xfrm flipV="1">
            <a:off x="7395614" y="2998818"/>
            <a:ext cx="1008434" cy="589812"/>
          </a:xfrm>
          <a:prstGeom prst="bentConnector3">
            <a:avLst>
              <a:gd name="adj1" fmla="val 1499"/>
            </a:avLst>
          </a:prstGeom>
          <a:ln>
            <a:solidFill>
              <a:srgbClr val="9E9287"/>
            </a:solidFill>
            <a:headEnd w="med" len="lg"/>
            <a:tailEnd type="oval"/>
          </a:ln>
        </p:spPr>
        <p:style>
          <a:lnRef idx="1">
            <a:schemeClr val="accent1"/>
          </a:lnRef>
          <a:fillRef idx="0">
            <a:schemeClr val="accent1"/>
          </a:fillRef>
          <a:effectRef idx="0">
            <a:schemeClr val="accent1"/>
          </a:effectRef>
          <a:fontRef idx="minor">
            <a:schemeClr val="tx1"/>
          </a:fontRef>
        </p:style>
      </p:cxnSp>
      <p:sp>
        <p:nvSpPr>
          <p:cNvPr id="54" name="Rounded Rectangle 53">
            <a:extLst>
              <a:ext uri="{FF2B5EF4-FFF2-40B4-BE49-F238E27FC236}">
                <a16:creationId xmlns:a16="http://schemas.microsoft.com/office/drawing/2014/main" id="{E8031027-52F8-5557-2B8E-48C003D1C585}"/>
              </a:ext>
            </a:extLst>
          </p:cNvPr>
          <p:cNvSpPr/>
          <p:nvPr/>
        </p:nvSpPr>
        <p:spPr>
          <a:xfrm>
            <a:off x="6407026" y="1604116"/>
            <a:ext cx="2861926" cy="792000"/>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AI-driven economic model definition, orchestration, specification and simulation on how shifts in technology, policy, reputation, market and customer behavior preferences impact companies, especially based on their emissions profiles</a:t>
            </a:r>
          </a:p>
        </p:txBody>
      </p:sp>
      <p:sp>
        <p:nvSpPr>
          <p:cNvPr id="59" name="Rounded Rectangle 58">
            <a:extLst>
              <a:ext uri="{FF2B5EF4-FFF2-40B4-BE49-F238E27FC236}">
                <a16:creationId xmlns:a16="http://schemas.microsoft.com/office/drawing/2014/main" id="{59D5BEB4-A68A-474D-FF59-783B50F13F9D}"/>
              </a:ext>
            </a:extLst>
          </p:cNvPr>
          <p:cNvSpPr/>
          <p:nvPr/>
        </p:nvSpPr>
        <p:spPr>
          <a:xfrm>
            <a:off x="9730691" y="3963649"/>
            <a:ext cx="2010041"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Efficient and effective compliance with Scope 3 regulations, including horizon scanning of regulatory evolution </a:t>
            </a:r>
          </a:p>
        </p:txBody>
      </p:sp>
      <p:cxnSp>
        <p:nvCxnSpPr>
          <p:cNvPr id="60" name="Elbow Connector 59">
            <a:extLst>
              <a:ext uri="{FF2B5EF4-FFF2-40B4-BE49-F238E27FC236}">
                <a16:creationId xmlns:a16="http://schemas.microsoft.com/office/drawing/2014/main" id="{30A0D64B-43B6-2995-5095-4DA18BB7C603}"/>
              </a:ext>
            </a:extLst>
          </p:cNvPr>
          <p:cNvCxnSpPr>
            <a:cxnSpLocks/>
            <a:endCxn id="54" idx="1"/>
          </p:cNvCxnSpPr>
          <p:nvPr/>
        </p:nvCxnSpPr>
        <p:spPr>
          <a:xfrm rot="5400000" flipH="1" flipV="1">
            <a:off x="5732641" y="2316777"/>
            <a:ext cx="991046" cy="357724"/>
          </a:xfrm>
          <a:prstGeom prst="bentConnector2">
            <a:avLst/>
          </a:prstGeom>
          <a:ln>
            <a:solidFill>
              <a:srgbClr val="9E9287"/>
            </a:solidFill>
            <a:headEnd w="med" len="lg"/>
            <a:tailEnd type="oval"/>
          </a:ln>
        </p:spPr>
        <p:style>
          <a:lnRef idx="1">
            <a:schemeClr val="accent1"/>
          </a:lnRef>
          <a:fillRef idx="0">
            <a:schemeClr val="accent1"/>
          </a:fillRef>
          <a:effectRef idx="0">
            <a:schemeClr val="accent1"/>
          </a:effectRef>
          <a:fontRef idx="minor">
            <a:schemeClr val="tx1"/>
          </a:fontRef>
        </p:style>
      </p:cxnSp>
      <p:cxnSp>
        <p:nvCxnSpPr>
          <p:cNvPr id="63" name="Elbow Connector 62">
            <a:extLst>
              <a:ext uri="{FF2B5EF4-FFF2-40B4-BE49-F238E27FC236}">
                <a16:creationId xmlns:a16="http://schemas.microsoft.com/office/drawing/2014/main" id="{7E4C043C-72AE-D366-588D-8DE9633904A4}"/>
              </a:ext>
            </a:extLst>
          </p:cNvPr>
          <p:cNvCxnSpPr>
            <a:cxnSpLocks/>
          </p:cNvCxnSpPr>
          <p:nvPr/>
        </p:nvCxnSpPr>
        <p:spPr>
          <a:xfrm>
            <a:off x="9401117" y="4496057"/>
            <a:ext cx="353882" cy="0"/>
          </a:xfrm>
          <a:prstGeom prst="bentConnector3">
            <a:avLst>
              <a:gd name="adj1" fmla="val 50000"/>
            </a:avLst>
          </a:prstGeom>
          <a:ln>
            <a:headEnd w="med" len="lg"/>
            <a:tailEnd type="oval"/>
          </a:ln>
        </p:spPr>
        <p:style>
          <a:lnRef idx="1">
            <a:schemeClr val="accent1"/>
          </a:lnRef>
          <a:fillRef idx="0">
            <a:schemeClr val="accent1"/>
          </a:fillRef>
          <a:effectRef idx="0">
            <a:schemeClr val="accent1"/>
          </a:effectRef>
          <a:fontRef idx="minor">
            <a:schemeClr val="tx1"/>
          </a:fontRef>
        </p:style>
      </p:cxnSp>
      <p:sp>
        <p:nvSpPr>
          <p:cNvPr id="68" name="Rounded Rectangle 67">
            <a:extLst>
              <a:ext uri="{FF2B5EF4-FFF2-40B4-BE49-F238E27FC236}">
                <a16:creationId xmlns:a16="http://schemas.microsoft.com/office/drawing/2014/main" id="{61C4F00C-E15D-3A8E-AC5F-189D101744DA}"/>
              </a:ext>
            </a:extLst>
          </p:cNvPr>
          <p:cNvSpPr/>
          <p:nvPr/>
        </p:nvSpPr>
        <p:spPr>
          <a:xfrm>
            <a:off x="228599" y="860378"/>
            <a:ext cx="11734796" cy="628621"/>
          </a:xfrm>
          <a:prstGeom prst="roundRect">
            <a:avLst>
              <a:gd name="adj" fmla="val 841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Leveraging Kyndryl’s Agentic AI Framework (</a:t>
            </a:r>
            <a:r>
              <a:rPr lang="en-GB">
                <a:solidFill>
                  <a:schemeClr val="bg1"/>
                </a:solidFill>
                <a:cs typeface="Arial"/>
              </a:rPr>
              <a:t>a self organising, dynamic system) to address individual use cases across the Institutional Retirement pricing, climate risk and nature modelling, and sustainable investment</a:t>
            </a:r>
            <a:endParaRPr lang="en-US">
              <a:solidFill>
                <a:schemeClr val="bg1"/>
              </a:solidFill>
            </a:endParaRPr>
          </a:p>
        </p:txBody>
      </p:sp>
      <p:sp>
        <p:nvSpPr>
          <p:cNvPr id="69" name="Rounded Rectangle 68">
            <a:extLst>
              <a:ext uri="{FF2B5EF4-FFF2-40B4-BE49-F238E27FC236}">
                <a16:creationId xmlns:a16="http://schemas.microsoft.com/office/drawing/2014/main" id="{448363E2-BCE8-90BA-6803-27DFCB03B09F}"/>
              </a:ext>
            </a:extLst>
          </p:cNvPr>
          <p:cNvSpPr/>
          <p:nvPr/>
        </p:nvSpPr>
        <p:spPr>
          <a:xfrm>
            <a:off x="8425126" y="5685495"/>
            <a:ext cx="3121824"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Agentic AI determination of climate factors affect asset valuation (e.g. learn correlation between market data and Scope 3 exposure to better understand volatility, yields, credit risk and price in appropriately)</a:t>
            </a:r>
          </a:p>
        </p:txBody>
      </p:sp>
      <p:cxnSp>
        <p:nvCxnSpPr>
          <p:cNvPr id="71" name="Elbow Connector 70">
            <a:extLst>
              <a:ext uri="{FF2B5EF4-FFF2-40B4-BE49-F238E27FC236}">
                <a16:creationId xmlns:a16="http://schemas.microsoft.com/office/drawing/2014/main" id="{301B6365-AB94-665F-AE08-931B02520039}"/>
              </a:ext>
            </a:extLst>
          </p:cNvPr>
          <p:cNvCxnSpPr>
            <a:cxnSpLocks/>
            <a:endCxn id="69" idx="1"/>
          </p:cNvCxnSpPr>
          <p:nvPr/>
        </p:nvCxnSpPr>
        <p:spPr>
          <a:xfrm>
            <a:off x="7395614" y="5685495"/>
            <a:ext cx="1029512" cy="527883"/>
          </a:xfrm>
          <a:prstGeom prst="bentConnector3">
            <a:avLst>
              <a:gd name="adj1" fmla="val 2492"/>
            </a:avLst>
          </a:prstGeom>
          <a:ln>
            <a:solidFill>
              <a:srgbClr val="197E3E"/>
            </a:solidFill>
            <a:headEnd w="med" len="lg"/>
            <a:tailEnd type="oval"/>
          </a:ln>
        </p:spPr>
        <p:style>
          <a:lnRef idx="1">
            <a:schemeClr val="accent4"/>
          </a:lnRef>
          <a:fillRef idx="0">
            <a:schemeClr val="accent4"/>
          </a:fillRef>
          <a:effectRef idx="0">
            <a:schemeClr val="accent4"/>
          </a:effectRef>
          <a:fontRef idx="minor">
            <a:schemeClr val="tx1"/>
          </a:fontRef>
        </p:style>
      </p:cxnSp>
      <p:sp>
        <p:nvSpPr>
          <p:cNvPr id="83" name="Rounded Rectangle 82">
            <a:extLst>
              <a:ext uri="{FF2B5EF4-FFF2-40B4-BE49-F238E27FC236}">
                <a16:creationId xmlns:a16="http://schemas.microsoft.com/office/drawing/2014/main" id="{77B21686-C9C9-66CF-922C-DAADBDC437B5}"/>
              </a:ext>
            </a:extLst>
          </p:cNvPr>
          <p:cNvSpPr/>
          <p:nvPr/>
        </p:nvSpPr>
        <p:spPr>
          <a:xfrm>
            <a:off x="9074229" y="1464731"/>
            <a:ext cx="2899799" cy="1055766"/>
          </a:xfrm>
          <a:prstGeom prst="roundRect">
            <a:avLst>
              <a:gd name="adj" fmla="val 841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600" b="1">
                <a:solidFill>
                  <a:schemeClr val="accent4"/>
                </a:solidFill>
              </a:rPr>
              <a:t>Illustrative and not exhaustive, to be explored based on Legal &amp; General priorities, pain points and opportunities</a:t>
            </a:r>
          </a:p>
        </p:txBody>
      </p:sp>
      <p:sp>
        <p:nvSpPr>
          <p:cNvPr id="90" name="Hexagon 89">
            <a:extLst>
              <a:ext uri="{FF2B5EF4-FFF2-40B4-BE49-F238E27FC236}">
                <a16:creationId xmlns:a16="http://schemas.microsoft.com/office/drawing/2014/main" id="{4582948F-68C7-E620-606B-780C64A0E1E3}"/>
              </a:ext>
            </a:extLst>
          </p:cNvPr>
          <p:cNvSpPr/>
          <p:nvPr/>
        </p:nvSpPr>
        <p:spPr>
          <a:xfrm>
            <a:off x="6297701" y="74618"/>
            <a:ext cx="1340362" cy="218603"/>
          </a:xfrm>
          <a:prstGeom prst="hexagon">
            <a:avLst>
              <a:gd name="adj" fmla="val 0"/>
              <a:gd name="vf" fmla="val 11547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Data </a:t>
            </a:r>
          </a:p>
        </p:txBody>
      </p:sp>
      <p:sp>
        <p:nvSpPr>
          <p:cNvPr id="91" name="Hexagon 90">
            <a:extLst>
              <a:ext uri="{FF2B5EF4-FFF2-40B4-BE49-F238E27FC236}">
                <a16:creationId xmlns:a16="http://schemas.microsoft.com/office/drawing/2014/main" id="{35300086-AC83-0D2A-A044-4251B8FE07C0}"/>
              </a:ext>
            </a:extLst>
          </p:cNvPr>
          <p:cNvSpPr/>
          <p:nvPr/>
        </p:nvSpPr>
        <p:spPr>
          <a:xfrm>
            <a:off x="7721341" y="83592"/>
            <a:ext cx="1340362" cy="218603"/>
          </a:xfrm>
          <a:prstGeom prst="hexagon">
            <a:avLst>
              <a:gd name="adj" fmla="val 0"/>
              <a:gd name="vf" fmla="val 11547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bg1"/>
                </a:solidFill>
              </a:rPr>
              <a:t>Investment</a:t>
            </a:r>
            <a:r>
              <a:rPr lang="en-US" sz="800">
                <a:solidFill>
                  <a:schemeClr val="tx1"/>
                </a:solidFill>
              </a:rPr>
              <a:t>  </a:t>
            </a:r>
          </a:p>
        </p:txBody>
      </p:sp>
      <p:sp>
        <p:nvSpPr>
          <p:cNvPr id="92" name="Hexagon 91">
            <a:extLst>
              <a:ext uri="{FF2B5EF4-FFF2-40B4-BE49-F238E27FC236}">
                <a16:creationId xmlns:a16="http://schemas.microsoft.com/office/drawing/2014/main" id="{3176B2FF-D1DC-F294-C88D-3729BE0C4E27}"/>
              </a:ext>
            </a:extLst>
          </p:cNvPr>
          <p:cNvSpPr/>
          <p:nvPr/>
        </p:nvSpPr>
        <p:spPr>
          <a:xfrm>
            <a:off x="9150069" y="87381"/>
            <a:ext cx="1340362" cy="218603"/>
          </a:xfrm>
          <a:prstGeom prst="hexagon">
            <a:avLst>
              <a:gd name="adj" fmla="val 0"/>
              <a:gd name="vf" fmla="val 11547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Climate and nature  </a:t>
            </a:r>
          </a:p>
        </p:txBody>
      </p:sp>
      <p:sp>
        <p:nvSpPr>
          <p:cNvPr id="94" name="Hexagon 93">
            <a:extLst>
              <a:ext uri="{FF2B5EF4-FFF2-40B4-BE49-F238E27FC236}">
                <a16:creationId xmlns:a16="http://schemas.microsoft.com/office/drawing/2014/main" id="{DF5E06EA-8714-4EA5-47F9-7BA2E1DA5704}"/>
              </a:ext>
            </a:extLst>
          </p:cNvPr>
          <p:cNvSpPr/>
          <p:nvPr/>
        </p:nvSpPr>
        <p:spPr>
          <a:xfrm>
            <a:off x="10581032" y="84828"/>
            <a:ext cx="1340362" cy="218603"/>
          </a:xfrm>
          <a:prstGeom prst="hexagon">
            <a:avLst>
              <a:gd name="adj" fmla="val 0"/>
              <a:gd name="vf" fmla="val 11547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Reporting </a:t>
            </a:r>
          </a:p>
        </p:txBody>
      </p:sp>
      <p:sp>
        <p:nvSpPr>
          <p:cNvPr id="6" name="Title 11">
            <a:extLst>
              <a:ext uri="{FF2B5EF4-FFF2-40B4-BE49-F238E27FC236}">
                <a16:creationId xmlns:a16="http://schemas.microsoft.com/office/drawing/2014/main" id="{1503A5ED-EFE1-DF01-3E8B-0F978C7F5555}"/>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Business need exploration with L&amp;G</a:t>
            </a:r>
            <a:endParaRPr lang="en-GB" sz="2800" b="1">
              <a:solidFill>
                <a:srgbClr val="FF462D"/>
              </a:solidFill>
              <a:cs typeface="Arial"/>
            </a:endParaRPr>
          </a:p>
        </p:txBody>
      </p:sp>
    </p:spTree>
    <p:extLst>
      <p:ext uri="{BB962C8B-B14F-4D97-AF65-F5344CB8AC3E}">
        <p14:creationId xmlns:p14="http://schemas.microsoft.com/office/powerpoint/2010/main" val="2923033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B4CA1-367B-54AA-B1BA-1D77183AE7C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8FDF656-9562-EF9A-49C3-EA346806548E}"/>
              </a:ext>
            </a:extLst>
          </p:cNvPr>
          <p:cNvSpPr>
            <a:spLocks noGrp="1"/>
          </p:cNvSpPr>
          <p:nvPr>
            <p:ph type="body" sz="quarter" idx="16"/>
          </p:nvPr>
        </p:nvSpPr>
        <p:spPr/>
        <p:txBody>
          <a:bodyPr/>
          <a:lstStyle/>
          <a:p>
            <a:r>
              <a:rPr lang="en-GB" sz="6600"/>
              <a:t>Data collection and regulatory reporting workflow (end to end)</a:t>
            </a:r>
          </a:p>
        </p:txBody>
      </p:sp>
      <p:sp>
        <p:nvSpPr>
          <p:cNvPr id="4" name="Text Placeholder 3">
            <a:extLst>
              <a:ext uri="{FF2B5EF4-FFF2-40B4-BE49-F238E27FC236}">
                <a16:creationId xmlns:a16="http://schemas.microsoft.com/office/drawing/2014/main" id="{B6700939-EA3D-D413-601F-C8785ADC2340}"/>
              </a:ext>
            </a:extLst>
          </p:cNvPr>
          <p:cNvSpPr>
            <a:spLocks noGrp="1"/>
          </p:cNvSpPr>
          <p:nvPr>
            <p:ph type="body" sz="quarter" idx="13"/>
          </p:nvPr>
        </p:nvSpPr>
        <p:spPr/>
        <p:txBody>
          <a:bodyPr/>
          <a:lstStyle/>
          <a:p>
            <a:endParaRPr lang="en-GB"/>
          </a:p>
        </p:txBody>
      </p:sp>
      <p:sp>
        <p:nvSpPr>
          <p:cNvPr id="7" name="Text Placeholder 6">
            <a:extLst>
              <a:ext uri="{FF2B5EF4-FFF2-40B4-BE49-F238E27FC236}">
                <a16:creationId xmlns:a16="http://schemas.microsoft.com/office/drawing/2014/main" id="{C3AE5D42-93BC-C3B4-7A82-16E5787395F5}"/>
              </a:ext>
            </a:extLst>
          </p:cNvPr>
          <p:cNvSpPr>
            <a:spLocks noGrp="1"/>
          </p:cNvSpPr>
          <p:nvPr>
            <p:ph type="body" sz="quarter" idx="17"/>
          </p:nvPr>
        </p:nvSpPr>
        <p:spPr/>
        <p:txBody>
          <a:bodyPr/>
          <a:lstStyle/>
          <a:p>
            <a:endParaRPr lang="en-GB"/>
          </a:p>
        </p:txBody>
      </p:sp>
      <p:sp>
        <p:nvSpPr>
          <p:cNvPr id="5" name="Text Placeholder 4">
            <a:extLst>
              <a:ext uri="{FF2B5EF4-FFF2-40B4-BE49-F238E27FC236}">
                <a16:creationId xmlns:a16="http://schemas.microsoft.com/office/drawing/2014/main" id="{A85F30D9-A630-72F9-0525-96DC59AE49F2}"/>
              </a:ext>
            </a:extLst>
          </p:cNvPr>
          <p:cNvSpPr>
            <a:spLocks noGrp="1"/>
          </p:cNvSpPr>
          <p:nvPr>
            <p:ph type="body" sz="quarter" idx="15"/>
          </p:nvPr>
        </p:nvSpPr>
        <p:spPr/>
        <p:txBody>
          <a:bodyPr/>
          <a:lstStyle/>
          <a:p>
            <a:r>
              <a:rPr lang="en-GB" sz="2400">
                <a:solidFill>
                  <a:schemeClr val="accent1"/>
                </a:solidFill>
              </a:rPr>
              <a:t>High certainty and can be mocked up with relative ease </a:t>
            </a:r>
          </a:p>
        </p:txBody>
      </p:sp>
    </p:spTree>
    <p:extLst>
      <p:ext uri="{BB962C8B-B14F-4D97-AF65-F5344CB8AC3E}">
        <p14:creationId xmlns:p14="http://schemas.microsoft.com/office/powerpoint/2010/main" val="3894977667"/>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EC8B-0E98-B075-4F03-F078B3FF92F5}"/>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A4C98D1B-6392-9EB6-CBEB-4E97EAFEA14B}"/>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ESRS Regulatory Reporting Workflow </a:t>
            </a:r>
            <a:r>
              <a:rPr lang="en-US" b="1">
                <a:solidFill>
                  <a:srgbClr val="FF462D"/>
                </a:solidFill>
                <a:cs typeface="Arial"/>
              </a:rPr>
              <a:t>1 of 6</a:t>
            </a:r>
            <a:endParaRPr lang="en-GB" sz="2800" b="1">
              <a:solidFill>
                <a:srgbClr val="FF462D"/>
              </a:solidFill>
              <a:cs typeface="Arial"/>
            </a:endParaRPr>
          </a:p>
        </p:txBody>
      </p:sp>
      <p:sp>
        <p:nvSpPr>
          <p:cNvPr id="2" name="Hexagon 1">
            <a:extLst>
              <a:ext uri="{FF2B5EF4-FFF2-40B4-BE49-F238E27FC236}">
                <a16:creationId xmlns:a16="http://schemas.microsoft.com/office/drawing/2014/main" id="{DDCD5342-05CA-D8CB-889B-D5F3E654D470}"/>
              </a:ext>
            </a:extLst>
          </p:cNvPr>
          <p:cNvSpPr/>
          <p:nvPr/>
        </p:nvSpPr>
        <p:spPr>
          <a:xfrm>
            <a:off x="1076700" y="2632535"/>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Scope 3 Data Acquisition</a:t>
            </a:r>
          </a:p>
        </p:txBody>
      </p:sp>
      <p:sp>
        <p:nvSpPr>
          <p:cNvPr id="4" name="Hexagon 3">
            <a:extLst>
              <a:ext uri="{FF2B5EF4-FFF2-40B4-BE49-F238E27FC236}">
                <a16:creationId xmlns:a16="http://schemas.microsoft.com/office/drawing/2014/main" id="{4AC2AE5E-8DEE-6D30-7798-4FAFC872A4FC}"/>
              </a:ext>
            </a:extLst>
          </p:cNvPr>
          <p:cNvSpPr/>
          <p:nvPr/>
        </p:nvSpPr>
        <p:spPr>
          <a:xfrm>
            <a:off x="2278619" y="3310854"/>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Data Preparation &amp; Validation</a:t>
            </a:r>
          </a:p>
        </p:txBody>
      </p:sp>
      <p:sp>
        <p:nvSpPr>
          <p:cNvPr id="5" name="Hexagon 4">
            <a:extLst>
              <a:ext uri="{FF2B5EF4-FFF2-40B4-BE49-F238E27FC236}">
                <a16:creationId xmlns:a16="http://schemas.microsoft.com/office/drawing/2014/main" id="{EB9EF42B-6323-54DB-66D2-F22D23DAA556}"/>
              </a:ext>
            </a:extLst>
          </p:cNvPr>
          <p:cNvSpPr/>
          <p:nvPr/>
        </p:nvSpPr>
        <p:spPr>
          <a:xfrm>
            <a:off x="3536696" y="2670438"/>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Emissions Calculation</a:t>
            </a:r>
          </a:p>
        </p:txBody>
      </p:sp>
      <p:sp>
        <p:nvSpPr>
          <p:cNvPr id="6" name="Hexagon 5">
            <a:extLst>
              <a:ext uri="{FF2B5EF4-FFF2-40B4-BE49-F238E27FC236}">
                <a16:creationId xmlns:a16="http://schemas.microsoft.com/office/drawing/2014/main" id="{B94DB64F-9E7C-F76E-F4E3-6E3C39937C48}"/>
              </a:ext>
            </a:extLst>
          </p:cNvPr>
          <p:cNvSpPr/>
          <p:nvPr/>
        </p:nvSpPr>
        <p:spPr>
          <a:xfrm>
            <a:off x="4804787" y="3370247"/>
            <a:ext cx="1440000" cy="1152000"/>
          </a:xfrm>
          <a:prstGeom prst="hexagon">
            <a:avLst/>
          </a:prstGeom>
          <a:solidFill>
            <a:srgbClr val="FF46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a:t>Reporting &amp; Publication</a:t>
            </a:r>
          </a:p>
        </p:txBody>
      </p:sp>
      <p:sp>
        <p:nvSpPr>
          <p:cNvPr id="7" name="Hexagon 6">
            <a:extLst>
              <a:ext uri="{FF2B5EF4-FFF2-40B4-BE49-F238E27FC236}">
                <a16:creationId xmlns:a16="http://schemas.microsoft.com/office/drawing/2014/main" id="{71933E45-ADE7-5297-4B37-546D02EF0B7E}"/>
              </a:ext>
            </a:extLst>
          </p:cNvPr>
          <p:cNvSpPr/>
          <p:nvPr/>
        </p:nvSpPr>
        <p:spPr>
          <a:xfrm>
            <a:off x="3546710" y="3988793"/>
            <a:ext cx="1440000" cy="1152000"/>
          </a:xfrm>
          <a:prstGeom prst="hexagon">
            <a:avLst/>
          </a:prstGeom>
          <a:solidFill>
            <a:srgbClr val="FF46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a:p>
        </p:txBody>
      </p:sp>
      <p:sp>
        <p:nvSpPr>
          <p:cNvPr id="12" name="TextBox 11">
            <a:extLst>
              <a:ext uri="{FF2B5EF4-FFF2-40B4-BE49-F238E27FC236}">
                <a16:creationId xmlns:a16="http://schemas.microsoft.com/office/drawing/2014/main" id="{6A01D5AE-D9DD-4213-B989-98AA95E0FC94}"/>
              </a:ext>
            </a:extLst>
          </p:cNvPr>
          <p:cNvSpPr txBox="1"/>
          <p:nvPr/>
        </p:nvSpPr>
        <p:spPr>
          <a:xfrm>
            <a:off x="8960298" y="1700491"/>
            <a:ext cx="3231702" cy="830997"/>
          </a:xfrm>
          <a:prstGeom prst="rect">
            <a:avLst/>
          </a:prstGeom>
          <a:noFill/>
        </p:spPr>
        <p:txBody>
          <a:bodyPr wrap="square">
            <a:spAutoFit/>
          </a:bodyPr>
          <a:lstStyle/>
          <a:p>
            <a:pPr algn="l"/>
            <a:r>
              <a:rPr lang="en-GB" sz="1600" b="1" i="0" u="none" strike="noStrike">
                <a:solidFill>
                  <a:srgbClr val="000000"/>
                </a:solidFill>
                <a:effectLst/>
              </a:rPr>
              <a:t>Data Acquisition Agents</a:t>
            </a:r>
            <a:r>
              <a:rPr lang="en-GB" sz="1600" b="0" i="0" u="none" strike="noStrike">
                <a:solidFill>
                  <a:srgbClr val="000000"/>
                </a:solidFill>
                <a:effectLst/>
              </a:rPr>
              <a:t>: Handle ERP/API integrations, interface  </a:t>
            </a:r>
            <a:r>
              <a:rPr lang="en-GB" sz="1600">
                <a:solidFill>
                  <a:srgbClr val="000000"/>
                </a:solidFill>
              </a:rPr>
              <a:t>to </a:t>
            </a:r>
            <a:r>
              <a:rPr lang="en-GB" sz="1600" b="0" i="0" u="none" strike="noStrike">
                <a:solidFill>
                  <a:srgbClr val="000000"/>
                </a:solidFill>
                <a:effectLst/>
              </a:rPr>
              <a:t>supplier portals etc</a:t>
            </a:r>
          </a:p>
        </p:txBody>
      </p:sp>
      <p:sp>
        <p:nvSpPr>
          <p:cNvPr id="13" name="Rectangle 12">
            <a:extLst>
              <a:ext uri="{FF2B5EF4-FFF2-40B4-BE49-F238E27FC236}">
                <a16:creationId xmlns:a16="http://schemas.microsoft.com/office/drawing/2014/main" id="{895947DE-A4C4-0A63-90AC-FED417212DB1}"/>
              </a:ext>
            </a:extLst>
          </p:cNvPr>
          <p:cNvSpPr/>
          <p:nvPr/>
        </p:nvSpPr>
        <p:spPr>
          <a:xfrm>
            <a:off x="120024" y="1577341"/>
            <a:ext cx="2464496"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Scope 3 Data Acquisition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Identify Relevant Categories</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Internal Data Sourcing</a:t>
            </a:r>
          </a:p>
          <a:p>
            <a:pPr marL="285750" indent="-285750">
              <a:buFont typeface="Arial" panose="020B0604020202020204" pitchFamily="34" charset="0"/>
              <a:buChar char="•"/>
              <a:defRPr sz="1600" b="1">
                <a:solidFill>
                  <a:srgbClr val="FFFFFF"/>
                </a:solidFill>
              </a:defRPr>
            </a:pPr>
            <a:r>
              <a:rPr lang="en-GB" sz="1300" dirty="0">
                <a:solidFill>
                  <a:schemeClr val="tx2"/>
                </a:solidFill>
              </a:rPr>
              <a:t>External Data Sourcing</a:t>
            </a:r>
          </a:p>
        </p:txBody>
      </p:sp>
      <p:sp>
        <p:nvSpPr>
          <p:cNvPr id="15" name="Rectangle 14">
            <a:extLst>
              <a:ext uri="{FF2B5EF4-FFF2-40B4-BE49-F238E27FC236}">
                <a16:creationId xmlns:a16="http://schemas.microsoft.com/office/drawing/2014/main" id="{BCB7220A-4831-1840-7899-CB6926D4BAC1}"/>
              </a:ext>
            </a:extLst>
          </p:cNvPr>
          <p:cNvSpPr/>
          <p:nvPr/>
        </p:nvSpPr>
        <p:spPr>
          <a:xfrm>
            <a:off x="465933" y="4708764"/>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Data Preparation &amp; Validation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Data Cleaning &amp; </a:t>
            </a:r>
            <a:r>
              <a:rPr lang="en-GB" sz="1300" b="1" dirty="0">
                <a:solidFill>
                  <a:schemeClr val="tx2"/>
                </a:solidFill>
              </a:rPr>
              <a:t>Harmonisation</a:t>
            </a:r>
          </a:p>
          <a:p>
            <a:pPr marL="285750" indent="-285750">
              <a:buFont typeface="Arial" panose="020B0604020202020204" pitchFamily="34" charset="0"/>
              <a:buChar char="•"/>
              <a:defRPr sz="1600" b="1">
                <a:solidFill>
                  <a:srgbClr val="FFFFFF"/>
                </a:solidFill>
              </a:defRPr>
            </a:pPr>
            <a:r>
              <a:rPr lang="en-GB" sz="1300" b="1" dirty="0">
                <a:solidFill>
                  <a:schemeClr val="tx2"/>
                </a:solidFill>
              </a:rPr>
              <a:t>Data Gap Identification</a:t>
            </a:r>
          </a:p>
          <a:p>
            <a:pPr marL="285750" indent="-285750">
              <a:buFont typeface="Arial" panose="020B0604020202020204" pitchFamily="34" charset="0"/>
              <a:buChar char="•"/>
              <a:defRPr sz="1600" b="1">
                <a:solidFill>
                  <a:srgbClr val="FFFFFF"/>
                </a:solidFill>
              </a:defRPr>
            </a:pPr>
            <a:r>
              <a:rPr lang="en-GB" sz="1300" b="1" dirty="0">
                <a:solidFill>
                  <a:schemeClr val="tx2"/>
                </a:solidFill>
              </a:rPr>
              <a:t>Data Validation	</a:t>
            </a:r>
            <a:r>
              <a:rPr lang="en-GB" sz="1300" dirty="0">
                <a:solidFill>
                  <a:schemeClr val="tx2"/>
                </a:solidFill>
              </a:rPr>
              <a:t>	</a:t>
            </a:r>
          </a:p>
        </p:txBody>
      </p:sp>
      <p:sp>
        <p:nvSpPr>
          <p:cNvPr id="16" name="Rectangle 15">
            <a:extLst>
              <a:ext uri="{FF2B5EF4-FFF2-40B4-BE49-F238E27FC236}">
                <a16:creationId xmlns:a16="http://schemas.microsoft.com/office/drawing/2014/main" id="{1C319F3F-10CE-5C34-1242-3A4C6669ED08}"/>
              </a:ext>
            </a:extLst>
          </p:cNvPr>
          <p:cNvSpPr/>
          <p:nvPr/>
        </p:nvSpPr>
        <p:spPr>
          <a:xfrm>
            <a:off x="2749260" y="1577341"/>
            <a:ext cx="2464496"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Emissions Calculation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Apply Emission Factors</a:t>
            </a:r>
          </a:p>
          <a:p>
            <a:pPr marL="285750" indent="-285750">
              <a:buFont typeface="Arial" panose="020B0604020202020204" pitchFamily="34" charset="0"/>
              <a:buChar char="•"/>
              <a:defRPr sz="1600" b="1">
                <a:solidFill>
                  <a:srgbClr val="FFFFFF"/>
                </a:solidFill>
              </a:defRPr>
            </a:pPr>
            <a:r>
              <a:rPr lang="en-GB" sz="1300" dirty="0">
                <a:solidFill>
                  <a:schemeClr val="tx2"/>
                </a:solidFill>
              </a:rPr>
              <a:t>Category Aggregation</a:t>
            </a:r>
          </a:p>
        </p:txBody>
      </p:sp>
      <p:sp>
        <p:nvSpPr>
          <p:cNvPr id="17" name="Rectangle 16">
            <a:extLst>
              <a:ext uri="{FF2B5EF4-FFF2-40B4-BE49-F238E27FC236}">
                <a16:creationId xmlns:a16="http://schemas.microsoft.com/office/drawing/2014/main" id="{D7343C41-F9BA-6B7C-C985-E396D66C4B78}"/>
              </a:ext>
            </a:extLst>
          </p:cNvPr>
          <p:cNvSpPr/>
          <p:nvPr/>
        </p:nvSpPr>
        <p:spPr>
          <a:xfrm>
            <a:off x="3788268" y="5297575"/>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Data Preparation &amp; Validation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Internal Review</a:t>
            </a:r>
          </a:p>
          <a:p>
            <a:pPr marL="285750" indent="-285750">
              <a:buFont typeface="Arial" panose="020B0604020202020204" pitchFamily="34" charset="0"/>
              <a:buChar char="•"/>
              <a:defRPr sz="1600" b="1">
                <a:solidFill>
                  <a:srgbClr val="FFFFFF"/>
                </a:solidFill>
              </a:defRPr>
            </a:pPr>
            <a:r>
              <a:rPr lang="en-GB" sz="1300" dirty="0">
                <a:solidFill>
                  <a:schemeClr val="tx2"/>
                </a:solidFill>
              </a:rPr>
              <a:t>External Assurance Support	</a:t>
            </a:r>
          </a:p>
        </p:txBody>
      </p:sp>
      <p:sp>
        <p:nvSpPr>
          <p:cNvPr id="18" name="Rectangle 17">
            <a:extLst>
              <a:ext uri="{FF2B5EF4-FFF2-40B4-BE49-F238E27FC236}">
                <a16:creationId xmlns:a16="http://schemas.microsoft.com/office/drawing/2014/main" id="{012ABD11-FC2C-799F-9BA7-FB23449CCA4F}"/>
              </a:ext>
            </a:extLst>
          </p:cNvPr>
          <p:cNvSpPr/>
          <p:nvPr/>
        </p:nvSpPr>
        <p:spPr>
          <a:xfrm>
            <a:off x="5156606" y="2214923"/>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Reporting &amp; Publication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Disclosure Preparation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Integration into Annual Report / Sustainability Report	</a:t>
            </a:r>
          </a:p>
        </p:txBody>
      </p:sp>
      <p:sp>
        <p:nvSpPr>
          <p:cNvPr id="19" name="Rectangle 18">
            <a:extLst>
              <a:ext uri="{FF2B5EF4-FFF2-40B4-BE49-F238E27FC236}">
                <a16:creationId xmlns:a16="http://schemas.microsoft.com/office/drawing/2014/main" id="{A2CFEB40-3F23-3856-77A6-D9A2DA1AF3C6}"/>
              </a:ext>
            </a:extLst>
          </p:cNvPr>
          <p:cNvSpPr/>
          <p:nvPr/>
        </p:nvSpPr>
        <p:spPr>
          <a:xfrm>
            <a:off x="7290" y="812055"/>
            <a:ext cx="7919719" cy="64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accent4"/>
                </a:solidFill>
              </a:rPr>
              <a:t>End to End Workflow Perspective</a:t>
            </a:r>
            <a:endParaRPr lang="en-US" sz="2400" b="1" baseline="30000">
              <a:solidFill>
                <a:schemeClr val="accent4"/>
              </a:solidFill>
            </a:endParaRPr>
          </a:p>
        </p:txBody>
      </p:sp>
      <p:sp>
        <p:nvSpPr>
          <p:cNvPr id="20" name="Rectangle 19">
            <a:extLst>
              <a:ext uri="{FF2B5EF4-FFF2-40B4-BE49-F238E27FC236}">
                <a16:creationId xmlns:a16="http://schemas.microsoft.com/office/drawing/2014/main" id="{95137D5F-25BD-CA37-D56A-F6F616C0D518}"/>
              </a:ext>
            </a:extLst>
          </p:cNvPr>
          <p:cNvSpPr/>
          <p:nvPr/>
        </p:nvSpPr>
        <p:spPr>
          <a:xfrm>
            <a:off x="8180475" y="812055"/>
            <a:ext cx="4011525" cy="64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accent4"/>
                </a:solidFill>
              </a:rPr>
              <a:t>Agentic AI Functional Design </a:t>
            </a:r>
          </a:p>
        </p:txBody>
      </p:sp>
      <p:sp>
        <p:nvSpPr>
          <p:cNvPr id="27" name="TextBox 26">
            <a:extLst>
              <a:ext uri="{FF2B5EF4-FFF2-40B4-BE49-F238E27FC236}">
                <a16:creationId xmlns:a16="http://schemas.microsoft.com/office/drawing/2014/main" id="{ABE64452-1F3F-D32E-9F81-A6B1CD09D438}"/>
              </a:ext>
            </a:extLst>
          </p:cNvPr>
          <p:cNvSpPr txBox="1"/>
          <p:nvPr/>
        </p:nvSpPr>
        <p:spPr>
          <a:xfrm>
            <a:off x="8960298" y="5445874"/>
            <a:ext cx="3231702" cy="584775"/>
          </a:xfrm>
          <a:prstGeom prst="rect">
            <a:avLst/>
          </a:prstGeom>
          <a:noFill/>
        </p:spPr>
        <p:txBody>
          <a:bodyPr wrap="square">
            <a:spAutoFit/>
          </a:bodyPr>
          <a:lstStyle/>
          <a:p>
            <a:pPr algn="l"/>
            <a:r>
              <a:rPr lang="en-GB" sz="1600" b="1" i="0" u="none" strike="noStrike">
                <a:solidFill>
                  <a:srgbClr val="000000"/>
                </a:solidFill>
                <a:effectLst/>
              </a:rPr>
              <a:t>Reporting Agents</a:t>
            </a:r>
            <a:r>
              <a:rPr lang="en-GB" sz="1600" b="0" i="0" u="none" strike="noStrike">
                <a:solidFill>
                  <a:srgbClr val="000000"/>
                </a:solidFill>
                <a:effectLst/>
              </a:rPr>
              <a:t>: Format, tag, and publish disclosure</a:t>
            </a:r>
          </a:p>
        </p:txBody>
      </p:sp>
      <p:sp>
        <p:nvSpPr>
          <p:cNvPr id="28" name="TextBox 27">
            <a:extLst>
              <a:ext uri="{FF2B5EF4-FFF2-40B4-BE49-F238E27FC236}">
                <a16:creationId xmlns:a16="http://schemas.microsoft.com/office/drawing/2014/main" id="{C658244F-C347-BD3E-54D5-1FFE182B1FD7}"/>
              </a:ext>
            </a:extLst>
          </p:cNvPr>
          <p:cNvSpPr txBox="1"/>
          <p:nvPr/>
        </p:nvSpPr>
        <p:spPr>
          <a:xfrm>
            <a:off x="8960298" y="2614923"/>
            <a:ext cx="3231702" cy="830997"/>
          </a:xfrm>
          <a:prstGeom prst="rect">
            <a:avLst/>
          </a:prstGeom>
          <a:noFill/>
        </p:spPr>
        <p:txBody>
          <a:bodyPr wrap="square">
            <a:spAutoFit/>
          </a:bodyPr>
          <a:lstStyle/>
          <a:p>
            <a:pPr algn="l"/>
            <a:r>
              <a:rPr lang="en-GB" sz="1600" b="1" i="0" u="none" strike="noStrike">
                <a:solidFill>
                  <a:srgbClr val="000000"/>
                </a:solidFill>
                <a:effectLst/>
              </a:rPr>
              <a:t>Data Validation Agents</a:t>
            </a:r>
            <a:r>
              <a:rPr lang="en-GB" sz="1600" b="0" i="0" u="none" strike="noStrike">
                <a:solidFill>
                  <a:srgbClr val="000000"/>
                </a:solidFill>
                <a:effectLst/>
              </a:rPr>
              <a:t>: Run harmonisation, QA, anomaly detection</a:t>
            </a:r>
          </a:p>
        </p:txBody>
      </p:sp>
      <p:sp>
        <p:nvSpPr>
          <p:cNvPr id="29" name="TextBox 28">
            <a:extLst>
              <a:ext uri="{FF2B5EF4-FFF2-40B4-BE49-F238E27FC236}">
                <a16:creationId xmlns:a16="http://schemas.microsoft.com/office/drawing/2014/main" id="{C0A20D7B-1E74-8E7C-0EAD-E902E5CAFEAB}"/>
              </a:ext>
            </a:extLst>
          </p:cNvPr>
          <p:cNvSpPr txBox="1"/>
          <p:nvPr/>
        </p:nvSpPr>
        <p:spPr>
          <a:xfrm>
            <a:off x="8960298" y="3556343"/>
            <a:ext cx="3231702" cy="830997"/>
          </a:xfrm>
          <a:prstGeom prst="rect">
            <a:avLst/>
          </a:prstGeom>
          <a:noFill/>
        </p:spPr>
        <p:txBody>
          <a:bodyPr wrap="square">
            <a:spAutoFit/>
          </a:bodyPr>
          <a:lstStyle/>
          <a:p>
            <a:pPr algn="l"/>
            <a:r>
              <a:rPr lang="en-GB" sz="1600" b="1" i="0" u="none" strike="noStrike">
                <a:solidFill>
                  <a:srgbClr val="000000"/>
                </a:solidFill>
                <a:effectLst/>
              </a:rPr>
              <a:t>Emission Calculation Agents</a:t>
            </a:r>
            <a:r>
              <a:rPr lang="en-GB" sz="1600" b="0" i="0" u="none" strike="noStrike">
                <a:solidFill>
                  <a:srgbClr val="000000"/>
                </a:solidFill>
                <a:effectLst/>
              </a:rPr>
              <a:t>: Map to Emission Factors (EFs), perform category aggregation</a:t>
            </a:r>
          </a:p>
        </p:txBody>
      </p:sp>
      <p:sp>
        <p:nvSpPr>
          <p:cNvPr id="30" name="TextBox 29">
            <a:extLst>
              <a:ext uri="{FF2B5EF4-FFF2-40B4-BE49-F238E27FC236}">
                <a16:creationId xmlns:a16="http://schemas.microsoft.com/office/drawing/2014/main" id="{AD2120CB-D4C6-3B9D-27F4-C1019BD5A531}"/>
              </a:ext>
            </a:extLst>
          </p:cNvPr>
          <p:cNvSpPr txBox="1"/>
          <p:nvPr/>
        </p:nvSpPr>
        <p:spPr>
          <a:xfrm>
            <a:off x="8960298" y="4576183"/>
            <a:ext cx="3231702" cy="584775"/>
          </a:xfrm>
          <a:prstGeom prst="rect">
            <a:avLst/>
          </a:prstGeom>
          <a:noFill/>
        </p:spPr>
        <p:txBody>
          <a:bodyPr wrap="square">
            <a:spAutoFit/>
          </a:bodyPr>
          <a:lstStyle/>
          <a:p>
            <a:pPr algn="l"/>
            <a:r>
              <a:rPr lang="en-GB" sz="1600" b="1" i="0" u="none" strike="noStrike">
                <a:solidFill>
                  <a:srgbClr val="000000"/>
                </a:solidFill>
                <a:effectLst/>
              </a:rPr>
              <a:t>Assurance Agents</a:t>
            </a:r>
            <a:r>
              <a:rPr lang="en-GB" sz="1600" b="0" i="0" u="none" strike="noStrike">
                <a:solidFill>
                  <a:srgbClr val="000000"/>
                </a:solidFill>
                <a:effectLst/>
              </a:rPr>
              <a:t>: Compile evidence packs, track lineage</a:t>
            </a:r>
          </a:p>
        </p:txBody>
      </p:sp>
      <p:sp>
        <p:nvSpPr>
          <p:cNvPr id="31" name="Hexagon 30">
            <a:extLst>
              <a:ext uri="{FF2B5EF4-FFF2-40B4-BE49-F238E27FC236}">
                <a16:creationId xmlns:a16="http://schemas.microsoft.com/office/drawing/2014/main" id="{0DBC4A76-54A6-C3B7-4580-7A2D63A1F77F}"/>
              </a:ext>
            </a:extLst>
          </p:cNvPr>
          <p:cNvSpPr/>
          <p:nvPr/>
        </p:nvSpPr>
        <p:spPr>
          <a:xfrm>
            <a:off x="6297701" y="74618"/>
            <a:ext cx="1340362" cy="218603"/>
          </a:xfrm>
          <a:prstGeom prst="hexagon">
            <a:avLst>
              <a:gd name="adj" fmla="val 0"/>
              <a:gd name="vf" fmla="val 11547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Data </a:t>
            </a:r>
          </a:p>
        </p:txBody>
      </p:sp>
      <p:sp>
        <p:nvSpPr>
          <p:cNvPr id="32" name="Hexagon 31">
            <a:extLst>
              <a:ext uri="{FF2B5EF4-FFF2-40B4-BE49-F238E27FC236}">
                <a16:creationId xmlns:a16="http://schemas.microsoft.com/office/drawing/2014/main" id="{6AD15FC7-15B3-DF42-C5E6-D749BD7B8C74}"/>
              </a:ext>
            </a:extLst>
          </p:cNvPr>
          <p:cNvSpPr/>
          <p:nvPr/>
        </p:nvSpPr>
        <p:spPr>
          <a:xfrm>
            <a:off x="7721341" y="83592"/>
            <a:ext cx="1340362" cy="218603"/>
          </a:xfrm>
          <a:prstGeom prst="hexagon">
            <a:avLst>
              <a:gd name="adj" fmla="val 0"/>
              <a:gd name="vf" fmla="val 11547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bg1"/>
                </a:solidFill>
              </a:rPr>
              <a:t>Investment</a:t>
            </a:r>
            <a:r>
              <a:rPr lang="en-US" sz="800">
                <a:solidFill>
                  <a:schemeClr val="tx1"/>
                </a:solidFill>
              </a:rPr>
              <a:t>  </a:t>
            </a:r>
          </a:p>
        </p:txBody>
      </p:sp>
      <p:sp>
        <p:nvSpPr>
          <p:cNvPr id="33" name="Hexagon 32">
            <a:extLst>
              <a:ext uri="{FF2B5EF4-FFF2-40B4-BE49-F238E27FC236}">
                <a16:creationId xmlns:a16="http://schemas.microsoft.com/office/drawing/2014/main" id="{1300B539-42B2-26D9-25DC-143ED99DEFDD}"/>
              </a:ext>
            </a:extLst>
          </p:cNvPr>
          <p:cNvSpPr/>
          <p:nvPr/>
        </p:nvSpPr>
        <p:spPr>
          <a:xfrm>
            <a:off x="9150069" y="87381"/>
            <a:ext cx="1340362" cy="218603"/>
          </a:xfrm>
          <a:prstGeom prst="hexagon">
            <a:avLst>
              <a:gd name="adj" fmla="val 0"/>
              <a:gd name="vf" fmla="val 11547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Climate and nature  </a:t>
            </a:r>
          </a:p>
        </p:txBody>
      </p:sp>
      <p:sp>
        <p:nvSpPr>
          <p:cNvPr id="35" name="Hexagon 34">
            <a:extLst>
              <a:ext uri="{FF2B5EF4-FFF2-40B4-BE49-F238E27FC236}">
                <a16:creationId xmlns:a16="http://schemas.microsoft.com/office/drawing/2014/main" id="{CDD2E811-B5E0-9D8B-6C2E-6AF9FA5FBCBC}"/>
              </a:ext>
            </a:extLst>
          </p:cNvPr>
          <p:cNvSpPr/>
          <p:nvPr/>
        </p:nvSpPr>
        <p:spPr>
          <a:xfrm>
            <a:off x="10581032" y="84828"/>
            <a:ext cx="1340362" cy="218603"/>
          </a:xfrm>
          <a:prstGeom prst="hexagon">
            <a:avLst>
              <a:gd name="adj" fmla="val 0"/>
              <a:gd name="vf" fmla="val 11547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Reporting </a:t>
            </a:r>
          </a:p>
        </p:txBody>
      </p:sp>
      <p:sp>
        <p:nvSpPr>
          <p:cNvPr id="36" name="Oval 35">
            <a:extLst>
              <a:ext uri="{FF2B5EF4-FFF2-40B4-BE49-F238E27FC236}">
                <a16:creationId xmlns:a16="http://schemas.microsoft.com/office/drawing/2014/main" id="{6B50D9E2-6FBE-AFBC-B8D9-C0A6484E631D}"/>
              </a:ext>
            </a:extLst>
          </p:cNvPr>
          <p:cNvSpPr/>
          <p:nvPr/>
        </p:nvSpPr>
        <p:spPr>
          <a:xfrm>
            <a:off x="8180474" y="1807467"/>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99648FF-4C70-1388-79EA-E349E3699FD1}"/>
              </a:ext>
            </a:extLst>
          </p:cNvPr>
          <p:cNvSpPr/>
          <p:nvPr/>
        </p:nvSpPr>
        <p:spPr>
          <a:xfrm>
            <a:off x="8180474" y="2707085"/>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6025C65-02BE-DED7-42FE-26C958DE8ED2}"/>
              </a:ext>
            </a:extLst>
          </p:cNvPr>
          <p:cNvSpPr/>
          <p:nvPr/>
        </p:nvSpPr>
        <p:spPr>
          <a:xfrm>
            <a:off x="8180474" y="3606703"/>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E35E5F5-FD3E-D406-977C-2D02F6B7A846}"/>
              </a:ext>
            </a:extLst>
          </p:cNvPr>
          <p:cNvSpPr/>
          <p:nvPr/>
        </p:nvSpPr>
        <p:spPr>
          <a:xfrm>
            <a:off x="8180474" y="5405939"/>
            <a:ext cx="648000" cy="648000"/>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E1DD2181-68A1-CD51-81CC-20E407DAF2FF}"/>
              </a:ext>
            </a:extLst>
          </p:cNvPr>
          <p:cNvGrpSpPr/>
          <p:nvPr/>
        </p:nvGrpSpPr>
        <p:grpSpPr>
          <a:xfrm>
            <a:off x="8170375" y="4492793"/>
            <a:ext cx="649817" cy="653282"/>
            <a:chOff x="7502863" y="4492793"/>
            <a:chExt cx="649817" cy="653282"/>
          </a:xfrm>
        </p:grpSpPr>
        <p:sp>
          <p:nvSpPr>
            <p:cNvPr id="41" name="Oval 40">
              <a:extLst>
                <a:ext uri="{FF2B5EF4-FFF2-40B4-BE49-F238E27FC236}">
                  <a16:creationId xmlns:a16="http://schemas.microsoft.com/office/drawing/2014/main" id="{6D8F6D4F-843C-2091-3A40-EA04C71BE507}"/>
                </a:ext>
              </a:extLst>
            </p:cNvPr>
            <p:cNvSpPr/>
            <p:nvPr/>
          </p:nvSpPr>
          <p:spPr>
            <a:xfrm>
              <a:off x="7502863" y="4492793"/>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hord 41">
              <a:extLst>
                <a:ext uri="{FF2B5EF4-FFF2-40B4-BE49-F238E27FC236}">
                  <a16:creationId xmlns:a16="http://schemas.microsoft.com/office/drawing/2014/main" id="{D3A6F2B5-9E0C-F14F-D96F-0285E207D841}"/>
                </a:ext>
              </a:extLst>
            </p:cNvPr>
            <p:cNvSpPr/>
            <p:nvPr/>
          </p:nvSpPr>
          <p:spPr>
            <a:xfrm rot="17162207">
              <a:off x="7512098" y="4505492"/>
              <a:ext cx="633600" cy="647565"/>
            </a:xfrm>
            <a:prstGeom prst="chord">
              <a:avLst>
                <a:gd name="adj1" fmla="val 4141481"/>
                <a:gd name="adj2" fmla="val 1559726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Freeform 42">
            <a:extLst>
              <a:ext uri="{FF2B5EF4-FFF2-40B4-BE49-F238E27FC236}">
                <a16:creationId xmlns:a16="http://schemas.microsoft.com/office/drawing/2014/main" id="{E087968F-4709-7D15-4DFB-30D26AF2FAF3}"/>
              </a:ext>
            </a:extLst>
          </p:cNvPr>
          <p:cNvSpPr/>
          <p:nvPr/>
        </p:nvSpPr>
        <p:spPr>
          <a:xfrm>
            <a:off x="3547872" y="4562856"/>
            <a:ext cx="1444752" cy="585216"/>
          </a:xfrm>
          <a:custGeom>
            <a:avLst/>
            <a:gdLst>
              <a:gd name="connsiteX0" fmla="*/ 0 w 1435608"/>
              <a:gd name="connsiteY0" fmla="*/ 0 h 566928"/>
              <a:gd name="connsiteX1" fmla="*/ 1435608 w 1435608"/>
              <a:gd name="connsiteY1" fmla="*/ 0 h 566928"/>
              <a:gd name="connsiteX2" fmla="*/ 1143000 w 1435608"/>
              <a:gd name="connsiteY2" fmla="*/ 557784 h 566928"/>
              <a:gd name="connsiteX3" fmla="*/ 265176 w 1435608"/>
              <a:gd name="connsiteY3" fmla="*/ 566928 h 566928"/>
              <a:gd name="connsiteX4" fmla="*/ 0 w 1435608"/>
              <a:gd name="connsiteY4" fmla="*/ 0 h 566928"/>
              <a:gd name="connsiteX0" fmla="*/ 0 w 1435608"/>
              <a:gd name="connsiteY0" fmla="*/ 0 h 576072"/>
              <a:gd name="connsiteX1" fmla="*/ 1435608 w 1435608"/>
              <a:gd name="connsiteY1" fmla="*/ 0 h 576072"/>
              <a:gd name="connsiteX2" fmla="*/ 1133856 w 1435608"/>
              <a:gd name="connsiteY2" fmla="*/ 576072 h 576072"/>
              <a:gd name="connsiteX3" fmla="*/ 265176 w 1435608"/>
              <a:gd name="connsiteY3" fmla="*/ 566928 h 576072"/>
              <a:gd name="connsiteX4" fmla="*/ 0 w 1435608"/>
              <a:gd name="connsiteY4" fmla="*/ 0 h 576072"/>
              <a:gd name="connsiteX0" fmla="*/ 0 w 1435608"/>
              <a:gd name="connsiteY0" fmla="*/ 0 h 576072"/>
              <a:gd name="connsiteX1" fmla="*/ 1435608 w 1435608"/>
              <a:gd name="connsiteY1" fmla="*/ 0 h 576072"/>
              <a:gd name="connsiteX2" fmla="*/ 1133856 w 1435608"/>
              <a:gd name="connsiteY2" fmla="*/ 576072 h 576072"/>
              <a:gd name="connsiteX3" fmla="*/ 265176 w 1435608"/>
              <a:gd name="connsiteY3" fmla="*/ 576072 h 576072"/>
              <a:gd name="connsiteX4" fmla="*/ 0 w 1435608"/>
              <a:gd name="connsiteY4" fmla="*/ 0 h 576072"/>
              <a:gd name="connsiteX0" fmla="*/ 0 w 1444752"/>
              <a:gd name="connsiteY0" fmla="*/ 9144 h 576072"/>
              <a:gd name="connsiteX1" fmla="*/ 1444752 w 1444752"/>
              <a:gd name="connsiteY1" fmla="*/ 0 h 576072"/>
              <a:gd name="connsiteX2" fmla="*/ 1143000 w 1444752"/>
              <a:gd name="connsiteY2" fmla="*/ 576072 h 576072"/>
              <a:gd name="connsiteX3" fmla="*/ 274320 w 1444752"/>
              <a:gd name="connsiteY3" fmla="*/ 576072 h 576072"/>
              <a:gd name="connsiteX4" fmla="*/ 0 w 1444752"/>
              <a:gd name="connsiteY4" fmla="*/ 9144 h 576072"/>
              <a:gd name="connsiteX0" fmla="*/ 0 w 1444752"/>
              <a:gd name="connsiteY0" fmla="*/ 9144 h 585216"/>
              <a:gd name="connsiteX1" fmla="*/ 1444752 w 1444752"/>
              <a:gd name="connsiteY1" fmla="*/ 0 h 585216"/>
              <a:gd name="connsiteX2" fmla="*/ 1152144 w 1444752"/>
              <a:gd name="connsiteY2" fmla="*/ 585216 h 585216"/>
              <a:gd name="connsiteX3" fmla="*/ 274320 w 1444752"/>
              <a:gd name="connsiteY3" fmla="*/ 576072 h 585216"/>
              <a:gd name="connsiteX4" fmla="*/ 0 w 1444752"/>
              <a:gd name="connsiteY4" fmla="*/ 9144 h 585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752" h="585216">
                <a:moveTo>
                  <a:pt x="0" y="9144"/>
                </a:moveTo>
                <a:lnTo>
                  <a:pt x="1444752" y="0"/>
                </a:lnTo>
                <a:lnTo>
                  <a:pt x="1152144" y="585216"/>
                </a:lnTo>
                <a:lnTo>
                  <a:pt x="274320" y="576072"/>
                </a:lnTo>
                <a:lnTo>
                  <a:pt x="0" y="914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CB494C36-4173-A333-54B3-4A9E85C96228}"/>
              </a:ext>
            </a:extLst>
          </p:cNvPr>
          <p:cNvSpPr txBox="1"/>
          <p:nvPr/>
        </p:nvSpPr>
        <p:spPr>
          <a:xfrm>
            <a:off x="3574174" y="4309672"/>
            <a:ext cx="1419612" cy="492443"/>
          </a:xfrm>
          <a:prstGeom prst="rect">
            <a:avLst/>
          </a:prstGeom>
          <a:noFill/>
        </p:spPr>
        <p:txBody>
          <a:bodyPr wrap="square">
            <a:spAutoFit/>
          </a:bodyPr>
          <a:lstStyle/>
          <a:p>
            <a:pPr algn="ctr"/>
            <a:r>
              <a:rPr lang="en-US" sz="1300">
                <a:solidFill>
                  <a:schemeClr val="bg1"/>
                </a:solidFill>
              </a:rPr>
              <a:t>Assurance &amp; </a:t>
            </a:r>
            <a:r>
              <a:rPr lang="en-US" sz="1300"/>
              <a:t>Audit Trail</a:t>
            </a:r>
          </a:p>
        </p:txBody>
      </p:sp>
    </p:spTree>
    <p:extLst>
      <p:ext uri="{BB962C8B-B14F-4D97-AF65-F5344CB8AC3E}">
        <p14:creationId xmlns:p14="http://schemas.microsoft.com/office/powerpoint/2010/main" val="3707474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2BACF-198E-56A0-07B7-B5F1901B12EC}"/>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9100A19F-373B-4B9A-5BA7-2F808071967E}"/>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ESRS Regulatory Reporting Workflow </a:t>
            </a:r>
            <a:r>
              <a:rPr lang="en-US" b="1">
                <a:solidFill>
                  <a:srgbClr val="FF462D"/>
                </a:solidFill>
                <a:cs typeface="Arial"/>
              </a:rPr>
              <a:t>2 of 6</a:t>
            </a:r>
            <a:endParaRPr lang="en-GB" sz="2800" b="1">
              <a:solidFill>
                <a:srgbClr val="FF462D"/>
              </a:solidFill>
              <a:cs typeface="Arial"/>
            </a:endParaRPr>
          </a:p>
        </p:txBody>
      </p:sp>
      <p:sp>
        <p:nvSpPr>
          <p:cNvPr id="9" name="TextBox 8">
            <a:extLst>
              <a:ext uri="{FF2B5EF4-FFF2-40B4-BE49-F238E27FC236}">
                <a16:creationId xmlns:a16="http://schemas.microsoft.com/office/drawing/2014/main" id="{1EC4FE16-618E-E0E4-6C7C-0CD660DB92B1}"/>
              </a:ext>
            </a:extLst>
          </p:cNvPr>
          <p:cNvSpPr txBox="1"/>
          <p:nvPr/>
        </p:nvSpPr>
        <p:spPr>
          <a:xfrm>
            <a:off x="228600" y="867520"/>
            <a:ext cx="6100174" cy="400110"/>
          </a:xfrm>
          <a:prstGeom prst="rect">
            <a:avLst/>
          </a:prstGeom>
          <a:noFill/>
        </p:spPr>
        <p:txBody>
          <a:bodyPr wrap="square">
            <a:spAutoFit/>
          </a:bodyPr>
          <a:lstStyle/>
          <a:p>
            <a:r>
              <a:rPr lang="en-GB" sz="2000" b="0" i="0" u="none" strike="noStrike">
                <a:solidFill>
                  <a:srgbClr val="000000"/>
                </a:solidFill>
                <a:effectLst/>
                <a:latin typeface="-webkit-standard"/>
              </a:rPr>
              <a:t>Level 0: Scope 3 Data Acquisition</a:t>
            </a:r>
            <a:endParaRPr lang="en-US" sz="2000"/>
          </a:p>
        </p:txBody>
      </p:sp>
      <p:graphicFrame>
        <p:nvGraphicFramePr>
          <p:cNvPr id="31" name="Table 30">
            <a:extLst>
              <a:ext uri="{FF2B5EF4-FFF2-40B4-BE49-F238E27FC236}">
                <a16:creationId xmlns:a16="http://schemas.microsoft.com/office/drawing/2014/main" id="{6DF86940-591A-5356-31C7-50CE32CD653F}"/>
              </a:ext>
            </a:extLst>
          </p:cNvPr>
          <p:cNvGraphicFramePr>
            <a:graphicFrameLocks noGrp="1"/>
          </p:cNvGraphicFramePr>
          <p:nvPr/>
        </p:nvGraphicFramePr>
        <p:xfrm>
          <a:off x="244258" y="1308970"/>
          <a:ext cx="10972800" cy="50234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60000">
                <a:tc>
                  <a:txBody>
                    <a:bodyPr/>
                    <a:lstStyle/>
                    <a:p>
                      <a:pPr algn="ctr">
                        <a:defRPr sz="1000" b="1"/>
                      </a:pPr>
                      <a:r>
                        <a:rPr sz="1100"/>
                        <a:t>Level 1</a:t>
                      </a:r>
                    </a:p>
                  </a:txBody>
                  <a:tcPr anchor="ctr"/>
                </a:tc>
                <a:tc>
                  <a:txBody>
                    <a:bodyPr/>
                    <a:lstStyle/>
                    <a:p>
                      <a:pPr algn="ctr">
                        <a:defRPr sz="1000" b="1"/>
                      </a:pPr>
                      <a:r>
                        <a:rPr sz="1100"/>
                        <a:t>Level 2</a:t>
                      </a:r>
                    </a:p>
                  </a:txBody>
                  <a:tcPr anchor="ctr"/>
                </a:tc>
                <a:tc>
                  <a:txBody>
                    <a:bodyPr/>
                    <a:lstStyle/>
                    <a:p>
                      <a:pPr algn="ctr">
                        <a:defRPr sz="1000" b="1"/>
                      </a:pPr>
                      <a:r>
                        <a:rPr sz="1100"/>
                        <a:t>Inputs</a:t>
                      </a:r>
                    </a:p>
                  </a:txBody>
                  <a:tcPr anchor="ctr"/>
                </a:tc>
                <a:tc>
                  <a:txBody>
                    <a:bodyPr/>
                    <a:lstStyle/>
                    <a:p>
                      <a:pPr algn="ctr">
                        <a:defRPr sz="1000" b="1"/>
                      </a:pPr>
                      <a:r>
                        <a:rPr sz="1100"/>
                        <a:t>Outputs</a:t>
                      </a:r>
                    </a:p>
                  </a:txBody>
                  <a:tcPr anchor="ctr"/>
                </a:tc>
                <a:tc>
                  <a:txBody>
                    <a:bodyPr/>
                    <a:lstStyle/>
                    <a:p>
                      <a:pPr algn="ctr">
                        <a:defRPr sz="1000" b="1"/>
                      </a:pPr>
                      <a:r>
                        <a:rPr sz="1100"/>
                        <a:t>Data &amp; Business Logic</a:t>
                      </a:r>
                    </a:p>
                  </a:txBody>
                  <a:tcPr anchor="ctr"/>
                </a:tc>
                <a:tc>
                  <a:txBody>
                    <a:bodyPr/>
                    <a:lstStyle/>
                    <a:p>
                      <a:pPr algn="ctr">
                        <a:defRPr sz="1000" b="1"/>
                      </a:pPr>
                      <a:r>
                        <a:rPr sz="1100"/>
                        <a:t>Illustrative Data Feeds</a:t>
                      </a:r>
                    </a:p>
                  </a:txBody>
                  <a:tcPr anchor="ctr"/>
                </a:tc>
                <a:extLst>
                  <a:ext uri="{0D108BD9-81ED-4DB2-BD59-A6C34878D82A}">
                    <a16:rowId xmlns:a16="http://schemas.microsoft.com/office/drawing/2014/main" val="10000"/>
                  </a:ext>
                </a:extLst>
              </a:tr>
              <a:tr h="1143000">
                <a:tc>
                  <a:txBody>
                    <a:bodyPr/>
                    <a:lstStyle/>
                    <a:p>
                      <a:pPr algn="l">
                        <a:defRPr sz="900"/>
                      </a:pPr>
                      <a:r>
                        <a:rPr lang="en-GB" sz="1200" noProof="0" dirty="0"/>
                        <a:t>Identify Relevant Categories</a:t>
                      </a:r>
                    </a:p>
                  </a:txBody>
                  <a:tcPr/>
                </a:tc>
                <a:tc>
                  <a:txBody>
                    <a:bodyPr/>
                    <a:lstStyle/>
                    <a:p>
                      <a:pPr algn="l">
                        <a:defRPr sz="900"/>
                      </a:pPr>
                      <a:r>
                        <a:rPr lang="en-GB" sz="1200" noProof="0"/>
                        <a:t>Category mapping to ESRS GHG Protocol</a:t>
                      </a:r>
                    </a:p>
                  </a:txBody>
                  <a:tcPr/>
                </a:tc>
                <a:tc>
                  <a:txBody>
                    <a:bodyPr/>
                    <a:lstStyle/>
                    <a:p>
                      <a:pPr algn="l">
                        <a:defRPr sz="900"/>
                      </a:pPr>
                      <a:r>
                        <a:rPr lang="en-GB" sz="1200" noProof="0"/>
                        <a:t>- Double materiality matrix (internal)</a:t>
                      </a:r>
                    </a:p>
                    <a:p>
                      <a:pPr algn="l">
                        <a:defRPr sz="900"/>
                      </a:pPr>
                      <a:r>
                        <a:rPr lang="en-GB" sz="1200" noProof="0"/>
                        <a:t>- Previous year’s Scope 3 mapping (internal)</a:t>
                      </a:r>
                    </a:p>
                    <a:p>
                      <a:pPr algn="l">
                        <a:defRPr sz="900"/>
                      </a:pPr>
                      <a:r>
                        <a:rPr lang="en-GB" sz="1200" noProof="0"/>
                        <a:t>- GHG Protocol guidance (external)</a:t>
                      </a:r>
                    </a:p>
                  </a:txBody>
                  <a:tcPr/>
                </a:tc>
                <a:tc>
                  <a:txBody>
                    <a:bodyPr/>
                    <a:lstStyle/>
                    <a:p>
                      <a:pPr algn="l">
                        <a:defRPr sz="900"/>
                      </a:pPr>
                      <a:r>
                        <a:rPr lang="en-GB" sz="1200" noProof="0"/>
                        <a:t>List of applicable Scope 3 categories with ESRS (based on IG3 list of metrics and similar) </a:t>
                      </a:r>
                    </a:p>
                  </a:txBody>
                  <a:tcPr/>
                </a:tc>
                <a:tc>
                  <a:txBody>
                    <a:bodyPr/>
                    <a:lstStyle/>
                    <a:p>
                      <a:pPr algn="l">
                        <a:defRPr sz="900"/>
                      </a:pPr>
                      <a:r>
                        <a:rPr lang="en-GB" sz="1200" noProof="0"/>
                        <a:t>Map internal materiality results to GHG Protocol categories, align with ESRS E1 requirements </a:t>
                      </a:r>
                    </a:p>
                    <a:p>
                      <a:pPr algn="l">
                        <a:defRPr sz="900"/>
                      </a:pPr>
                      <a:endParaRPr lang="en-GB" sz="1200" noProof="0"/>
                    </a:p>
                    <a:p>
                      <a:pPr algn="l">
                        <a:defRPr sz="900"/>
                      </a:pPr>
                      <a:r>
                        <a:rPr lang="en-GB" sz="1200" noProof="0"/>
                        <a:t>Consider Scope 3 of Scope 3 from the outset and is it in or out (not mandated by PCAF not GHG Protocol)</a:t>
                      </a:r>
                    </a:p>
                  </a:txBody>
                  <a:tcPr/>
                </a:tc>
                <a:tc>
                  <a:txBody>
                    <a:bodyPr/>
                    <a:lstStyle/>
                    <a:p>
                      <a:pPr algn="l">
                        <a:defRPr sz="900"/>
                      </a:pPr>
                      <a:r>
                        <a:rPr lang="en-GB" sz="1200" noProof="0"/>
                        <a:t>- Internal ESG materiality output</a:t>
                      </a:r>
                    </a:p>
                    <a:p>
                      <a:pPr algn="l">
                        <a:defRPr sz="900"/>
                      </a:pPr>
                      <a:r>
                        <a:rPr lang="en-GB" sz="1200" noProof="0"/>
                        <a:t>- GHG Protocol Technical Guidance PDF</a:t>
                      </a:r>
                    </a:p>
                    <a:p>
                      <a:pPr algn="l">
                        <a:defRPr sz="900"/>
                      </a:pPr>
                      <a:r>
                        <a:rPr lang="en-GB" sz="1200" noProof="0"/>
                        <a:t>- Subset of metrics (from total in the standard) deemed material to the undertaking </a:t>
                      </a:r>
                    </a:p>
                  </a:txBody>
                  <a:tcPr/>
                </a:tc>
                <a:extLst>
                  <a:ext uri="{0D108BD9-81ED-4DB2-BD59-A6C34878D82A}">
                    <a16:rowId xmlns:a16="http://schemas.microsoft.com/office/drawing/2014/main" val="10001"/>
                  </a:ext>
                </a:extLst>
              </a:tr>
              <a:tr h="1143000">
                <a:tc>
                  <a:txBody>
                    <a:bodyPr/>
                    <a:lstStyle/>
                    <a:p>
                      <a:pPr algn="l">
                        <a:defRPr sz="900"/>
                      </a:pPr>
                      <a:r>
                        <a:rPr lang="en-GB" sz="1200" noProof="0" dirty="0"/>
                        <a:t>Internal Data Sourcing</a:t>
                      </a:r>
                    </a:p>
                  </a:txBody>
                  <a:tcPr/>
                </a:tc>
                <a:tc>
                  <a:txBody>
                    <a:bodyPr/>
                    <a:lstStyle/>
                    <a:p>
                      <a:pPr algn="l">
                        <a:defRPr sz="900"/>
                      </a:pPr>
                      <a:r>
                        <a:rPr lang="en-GB" sz="1200" noProof="0"/>
                        <a:t>ERP, procurement, travel, asset registers (physical, financial etc), HR, asset management and investment systems</a:t>
                      </a:r>
                    </a:p>
                  </a:txBody>
                  <a:tcPr/>
                </a:tc>
                <a:tc>
                  <a:txBody>
                    <a:bodyPr/>
                    <a:lstStyle/>
                    <a:p>
                      <a:pPr algn="l">
                        <a:defRPr sz="900"/>
                      </a:pPr>
                      <a:r>
                        <a:rPr lang="en-GB" sz="1200" noProof="0"/>
                        <a:t>- ERP: supplier spend, product categories, POs</a:t>
                      </a:r>
                    </a:p>
                    <a:p>
                      <a:pPr algn="l">
                        <a:defRPr sz="900"/>
                      </a:pPr>
                      <a:r>
                        <a:rPr lang="en-GB" sz="1200" noProof="0"/>
                        <a:t>- Procurement master data</a:t>
                      </a:r>
                    </a:p>
                    <a:p>
                      <a:pPr algn="l">
                        <a:defRPr sz="900"/>
                      </a:pPr>
                      <a:r>
                        <a:rPr lang="en-GB" sz="1200" noProof="0"/>
                        <a:t>- HR: headcount, FTE by region</a:t>
                      </a:r>
                    </a:p>
                    <a:p>
                      <a:pPr algn="l">
                        <a:defRPr sz="900"/>
                      </a:pPr>
                      <a:r>
                        <a:rPr lang="en-GB" sz="1200" noProof="0"/>
                        <a:t>- Asset register: owned &amp; leased assets</a:t>
                      </a:r>
                    </a:p>
                  </a:txBody>
                  <a:tcPr/>
                </a:tc>
                <a:tc>
                  <a:txBody>
                    <a:bodyPr/>
                    <a:lstStyle/>
                    <a:p>
                      <a:pPr algn="l">
                        <a:defRPr sz="900"/>
                      </a:pPr>
                      <a:r>
                        <a:rPr lang="en-GB" sz="1200" noProof="0"/>
                        <a:t>Raw activity datasets per category</a:t>
                      </a:r>
                    </a:p>
                  </a:txBody>
                  <a:tcPr/>
                </a:tc>
                <a:tc>
                  <a:txBody>
                    <a:bodyPr/>
                    <a:lstStyle/>
                    <a:p>
                      <a:pPr algn="l">
                        <a:defRPr sz="900"/>
                      </a:pPr>
                      <a:r>
                        <a:rPr lang="en-GB" sz="1200" noProof="0"/>
                        <a:t>Extract relevant activity data for each category from core systems</a:t>
                      </a:r>
                    </a:p>
                  </a:txBody>
                  <a:tcPr/>
                </a:tc>
                <a:tc>
                  <a:txBody>
                    <a:bodyPr/>
                    <a:lstStyle/>
                    <a:p>
                      <a:pPr algn="l">
                        <a:defRPr sz="900"/>
                      </a:pPr>
                      <a:r>
                        <a:rPr lang="en-GB" sz="1200" noProof="0"/>
                        <a:t>- SAP/Oracle ERP exports</a:t>
                      </a:r>
                    </a:p>
                    <a:p>
                      <a:pPr algn="l">
                        <a:defRPr sz="900"/>
                      </a:pPr>
                      <a:r>
                        <a:rPr lang="en-GB" sz="1200" noProof="0"/>
                        <a:t>- Concur travel logs</a:t>
                      </a:r>
                    </a:p>
                    <a:p>
                      <a:pPr algn="l">
                        <a:defRPr sz="900"/>
                      </a:pPr>
                      <a:r>
                        <a:rPr lang="en-GB" sz="1200" noProof="0"/>
                        <a:t>- HR (Workday) data</a:t>
                      </a:r>
                    </a:p>
                  </a:txBody>
                  <a:tcPr/>
                </a:tc>
                <a:extLst>
                  <a:ext uri="{0D108BD9-81ED-4DB2-BD59-A6C34878D82A}">
                    <a16:rowId xmlns:a16="http://schemas.microsoft.com/office/drawing/2014/main" val="10002"/>
                  </a:ext>
                </a:extLst>
              </a:tr>
              <a:tr h="1143000">
                <a:tc>
                  <a:txBody>
                    <a:bodyPr/>
                    <a:lstStyle/>
                    <a:p>
                      <a:pPr algn="l">
                        <a:defRPr sz="900"/>
                      </a:pPr>
                      <a:r>
                        <a:rPr lang="en-GB" sz="1200" noProof="0" dirty="0"/>
                        <a:t>External Data Sourcing</a:t>
                      </a:r>
                    </a:p>
                  </a:txBody>
                  <a:tcPr/>
                </a:tc>
                <a:tc>
                  <a:txBody>
                    <a:bodyPr/>
                    <a:lstStyle/>
                    <a:p>
                      <a:pPr algn="l">
                        <a:defRPr sz="900"/>
                      </a:pPr>
                      <a:r>
                        <a:rPr lang="en-GB" sz="1200" noProof="0"/>
                        <a:t>Supplier ESG Portals, Industry Databases, emission factors (</a:t>
                      </a:r>
                      <a:r>
                        <a:rPr lang="en-GB" sz="1200" noProof="0" err="1"/>
                        <a:t>Efs</a:t>
                      </a:r>
                      <a:r>
                        <a:rPr lang="en-GB" sz="1200" noProof="0"/>
                        <a:t>)</a:t>
                      </a:r>
                    </a:p>
                  </a:txBody>
                  <a:tcPr/>
                </a:tc>
                <a:tc>
                  <a:txBody>
                    <a:bodyPr/>
                    <a:lstStyle/>
                    <a:p>
                      <a:pPr algn="l">
                        <a:defRPr sz="900"/>
                      </a:pPr>
                      <a:r>
                        <a:rPr lang="en-GB" sz="1200" noProof="0"/>
                        <a:t>- Supplier questionnaires</a:t>
                      </a:r>
                    </a:p>
                    <a:p>
                      <a:pPr algn="l">
                        <a:defRPr sz="900"/>
                      </a:pPr>
                      <a:r>
                        <a:rPr lang="en-GB" sz="1200" noProof="0"/>
                        <a:t>- CDP supply chain data</a:t>
                      </a:r>
                    </a:p>
                    <a:p>
                      <a:pPr algn="l">
                        <a:defRPr sz="900"/>
                      </a:pPr>
                      <a:r>
                        <a:rPr lang="en-GB" sz="1200" noProof="0"/>
                        <a:t>- </a:t>
                      </a:r>
                      <a:r>
                        <a:rPr lang="en-GB" sz="1200" noProof="0" err="1"/>
                        <a:t>Ecoinvent</a:t>
                      </a:r>
                      <a:r>
                        <a:rPr lang="en-GB" sz="1200" noProof="0"/>
                        <a:t>, DEFRA and similar emission factors </a:t>
                      </a:r>
                    </a:p>
                    <a:p>
                      <a:pPr algn="l">
                        <a:defRPr sz="900"/>
                      </a:pPr>
                      <a:r>
                        <a:rPr lang="en-GB" sz="1200" noProof="0"/>
                        <a:t>- Industry benchmarks</a:t>
                      </a:r>
                    </a:p>
                    <a:p>
                      <a:pPr algn="l">
                        <a:defRPr sz="900"/>
                      </a:pPr>
                      <a:r>
                        <a:rPr lang="en-GB" sz="1200" noProof="0"/>
                        <a:t>- Scope 3 disclosures </a:t>
                      </a:r>
                    </a:p>
                  </a:txBody>
                  <a:tcPr/>
                </a:tc>
                <a:tc>
                  <a:txBody>
                    <a:bodyPr/>
                    <a:lstStyle/>
                    <a:p>
                      <a:pPr algn="l">
                        <a:defRPr sz="900"/>
                      </a:pPr>
                      <a:r>
                        <a:rPr lang="en-GB" sz="1200" noProof="0"/>
                        <a:t>External datasets &amp; EF library</a:t>
                      </a:r>
                    </a:p>
                  </a:txBody>
                  <a:tcPr/>
                </a:tc>
                <a:tc>
                  <a:txBody>
                    <a:bodyPr/>
                    <a:lstStyle/>
                    <a:p>
                      <a:pPr algn="l">
                        <a:defRPr sz="900"/>
                      </a:pPr>
                      <a:r>
                        <a:rPr lang="en-GB" sz="1200" noProof="0"/>
                        <a:t>API/pull data from ESG databases, merge with internal for completeness</a:t>
                      </a:r>
                    </a:p>
                  </a:txBody>
                  <a:tcPr/>
                </a:tc>
                <a:tc>
                  <a:txBody>
                    <a:bodyPr/>
                    <a:lstStyle/>
                    <a:p>
                      <a:pPr algn="l">
                        <a:defRPr sz="900"/>
                      </a:pPr>
                      <a:r>
                        <a:rPr lang="en-GB" sz="1200" noProof="0" dirty="0"/>
                        <a:t>- CDP API feed (this is now licenced)</a:t>
                      </a:r>
                    </a:p>
                    <a:p>
                      <a:pPr algn="l">
                        <a:defRPr sz="900"/>
                      </a:pPr>
                      <a:r>
                        <a:rPr lang="en-GB" sz="1200" noProof="0" dirty="0"/>
                        <a:t>- DEFRA EF CSV</a:t>
                      </a:r>
                    </a:p>
                    <a:p>
                      <a:pPr algn="l">
                        <a:defRPr sz="900"/>
                      </a:pPr>
                      <a:r>
                        <a:rPr lang="en-GB" sz="1200" noProof="0" dirty="0"/>
                        <a:t>- </a:t>
                      </a:r>
                      <a:r>
                        <a:rPr lang="en-GB" sz="1200" noProof="0" dirty="0" err="1"/>
                        <a:t>EcoInvent</a:t>
                      </a:r>
                      <a:r>
                        <a:rPr lang="en-GB" sz="1200" noProof="0" dirty="0"/>
                        <a:t> datasets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1505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4DB5F-581B-C94E-39A0-DE478B7AB7E2}"/>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44C66A6A-4201-3F8E-9345-537E560F8571}"/>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ESRS Regulatory Reporting Workflow </a:t>
            </a:r>
            <a:r>
              <a:rPr lang="en-US" b="1">
                <a:solidFill>
                  <a:srgbClr val="FF462D"/>
                </a:solidFill>
                <a:cs typeface="Arial"/>
              </a:rPr>
              <a:t>3 of 6</a:t>
            </a:r>
            <a:endParaRPr lang="en-GB" sz="2800" b="1">
              <a:solidFill>
                <a:srgbClr val="FF462D"/>
              </a:solidFill>
              <a:cs typeface="Arial"/>
            </a:endParaRPr>
          </a:p>
        </p:txBody>
      </p:sp>
      <p:sp>
        <p:nvSpPr>
          <p:cNvPr id="9" name="TextBox 8">
            <a:extLst>
              <a:ext uri="{FF2B5EF4-FFF2-40B4-BE49-F238E27FC236}">
                <a16:creationId xmlns:a16="http://schemas.microsoft.com/office/drawing/2014/main" id="{A8B66158-0D56-1745-5D97-27E80D579874}"/>
              </a:ext>
            </a:extLst>
          </p:cNvPr>
          <p:cNvSpPr txBox="1"/>
          <p:nvPr/>
        </p:nvSpPr>
        <p:spPr>
          <a:xfrm>
            <a:off x="228600" y="867520"/>
            <a:ext cx="6100174" cy="400110"/>
          </a:xfrm>
          <a:prstGeom prst="rect">
            <a:avLst/>
          </a:prstGeom>
          <a:noFill/>
        </p:spPr>
        <p:txBody>
          <a:bodyPr wrap="square">
            <a:spAutoFit/>
          </a:bodyPr>
          <a:lstStyle/>
          <a:p>
            <a:r>
              <a:rPr lang="en-GB" sz="2000" b="0" i="0" u="none" strike="noStrike">
                <a:solidFill>
                  <a:srgbClr val="000000"/>
                </a:solidFill>
                <a:effectLst/>
                <a:latin typeface="-webkit-standard"/>
              </a:rPr>
              <a:t>Level 0: Data Preparation and Validation</a:t>
            </a:r>
            <a:endParaRPr lang="en-US" sz="2000"/>
          </a:p>
        </p:txBody>
      </p:sp>
      <p:graphicFrame>
        <p:nvGraphicFramePr>
          <p:cNvPr id="31" name="Table 30">
            <a:extLst>
              <a:ext uri="{FF2B5EF4-FFF2-40B4-BE49-F238E27FC236}">
                <a16:creationId xmlns:a16="http://schemas.microsoft.com/office/drawing/2014/main" id="{63018813-A542-5714-8D91-782C107E0C63}"/>
              </a:ext>
            </a:extLst>
          </p:cNvPr>
          <p:cNvGraphicFramePr>
            <a:graphicFrameLocks noGrp="1"/>
          </p:cNvGraphicFramePr>
          <p:nvPr/>
        </p:nvGraphicFramePr>
        <p:xfrm>
          <a:off x="244258" y="1308970"/>
          <a:ext cx="10972800" cy="4977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60000">
                <a:tc>
                  <a:txBody>
                    <a:bodyPr/>
                    <a:lstStyle/>
                    <a:p>
                      <a:pPr algn="ctr">
                        <a:defRPr sz="1000" b="1"/>
                      </a:pPr>
                      <a:r>
                        <a:rPr sz="1100"/>
                        <a:t>Level 1</a:t>
                      </a:r>
                    </a:p>
                  </a:txBody>
                  <a:tcPr anchor="ctr"/>
                </a:tc>
                <a:tc>
                  <a:txBody>
                    <a:bodyPr/>
                    <a:lstStyle/>
                    <a:p>
                      <a:pPr algn="ctr">
                        <a:defRPr sz="1000" b="1"/>
                      </a:pPr>
                      <a:r>
                        <a:rPr sz="1100"/>
                        <a:t>Level 2</a:t>
                      </a:r>
                    </a:p>
                  </a:txBody>
                  <a:tcPr anchor="ctr"/>
                </a:tc>
                <a:tc>
                  <a:txBody>
                    <a:bodyPr/>
                    <a:lstStyle/>
                    <a:p>
                      <a:pPr algn="ctr">
                        <a:defRPr sz="1000" b="1"/>
                      </a:pPr>
                      <a:r>
                        <a:rPr sz="1100"/>
                        <a:t>Inputs</a:t>
                      </a:r>
                    </a:p>
                  </a:txBody>
                  <a:tcPr anchor="ctr"/>
                </a:tc>
                <a:tc>
                  <a:txBody>
                    <a:bodyPr/>
                    <a:lstStyle/>
                    <a:p>
                      <a:pPr algn="ctr">
                        <a:defRPr sz="1000" b="1"/>
                      </a:pPr>
                      <a:r>
                        <a:rPr sz="1100"/>
                        <a:t>Outputs</a:t>
                      </a:r>
                    </a:p>
                  </a:txBody>
                  <a:tcPr anchor="ctr"/>
                </a:tc>
                <a:tc>
                  <a:txBody>
                    <a:bodyPr/>
                    <a:lstStyle/>
                    <a:p>
                      <a:pPr algn="ctr">
                        <a:defRPr sz="1000" b="1"/>
                      </a:pPr>
                      <a:r>
                        <a:rPr sz="1100"/>
                        <a:t>Data &amp; Business Logic</a:t>
                      </a:r>
                    </a:p>
                  </a:txBody>
                  <a:tcPr anchor="ctr"/>
                </a:tc>
                <a:tc>
                  <a:txBody>
                    <a:bodyPr/>
                    <a:lstStyle/>
                    <a:p>
                      <a:pPr algn="ctr">
                        <a:defRPr sz="1000" b="1"/>
                      </a:pPr>
                      <a:r>
                        <a:rPr sz="1100"/>
                        <a:t>Illustrative Data Feeds</a:t>
                      </a:r>
                    </a:p>
                  </a:txBody>
                  <a:tcPr anchor="ctr"/>
                </a:tc>
                <a:extLst>
                  <a:ext uri="{0D108BD9-81ED-4DB2-BD59-A6C34878D82A}">
                    <a16:rowId xmlns:a16="http://schemas.microsoft.com/office/drawing/2014/main" val="10000"/>
                  </a:ext>
                </a:extLst>
              </a:tr>
              <a:tr h="1143000">
                <a:tc>
                  <a:txBody>
                    <a:bodyPr/>
                    <a:lstStyle/>
                    <a:p>
                      <a:pPr algn="l">
                        <a:defRPr sz="900"/>
                      </a:pPr>
                      <a:r>
                        <a:rPr lang="en-GB" sz="1200" noProof="0" dirty="0"/>
                        <a:t>Data Cleaning &amp; Harmonisation</a:t>
                      </a:r>
                    </a:p>
                  </a:txBody>
                  <a:tcPr/>
                </a:tc>
                <a:tc>
                  <a:txBody>
                    <a:bodyPr/>
                    <a:lstStyle/>
                    <a:p>
                      <a:pPr algn="l">
                        <a:defRPr sz="900"/>
                      </a:pPr>
                      <a:r>
                        <a:rPr lang="en-GB" sz="1200" noProof="0"/>
                        <a:t>Standardise units, currencies, time</a:t>
                      </a:r>
                    </a:p>
                  </a:txBody>
                  <a:tcPr/>
                </a:tc>
                <a:tc>
                  <a:txBody>
                    <a:bodyPr/>
                    <a:lstStyle/>
                    <a:p>
                      <a:pPr algn="l">
                        <a:defRPr sz="900"/>
                      </a:pPr>
                      <a:r>
                        <a:rPr lang="en-GB" sz="1200" noProof="0"/>
                        <a:t>- All raw data from acquisition stage</a:t>
                      </a:r>
                    </a:p>
                  </a:txBody>
                  <a:tcPr/>
                </a:tc>
                <a:tc>
                  <a:txBody>
                    <a:bodyPr/>
                    <a:lstStyle/>
                    <a:p>
                      <a:pPr algn="l">
                        <a:defRPr sz="900"/>
                      </a:pPr>
                      <a:r>
                        <a:rPr lang="en-GB" sz="1200" noProof="0"/>
                        <a:t>Harmonised dataset with unified schema</a:t>
                      </a:r>
                    </a:p>
                    <a:p>
                      <a:pPr algn="l">
                        <a:defRPr sz="900"/>
                      </a:pPr>
                      <a:endParaRPr lang="en-GB" sz="1200" noProof="0"/>
                    </a:p>
                    <a:p>
                      <a:pPr algn="l">
                        <a:defRPr sz="900"/>
                      </a:pPr>
                      <a:r>
                        <a:rPr lang="en-GB" sz="1200" noProof="0"/>
                        <a:t>Can use common data models such as that available in MSFT Cloud for Sustainability</a:t>
                      </a:r>
                    </a:p>
                  </a:txBody>
                  <a:tcPr/>
                </a:tc>
                <a:tc>
                  <a:txBody>
                    <a:bodyPr/>
                    <a:lstStyle/>
                    <a:p>
                      <a:pPr algn="l">
                        <a:defRPr sz="900"/>
                      </a:pPr>
                      <a:r>
                        <a:rPr lang="en-GB" sz="1200" noProof="0"/>
                        <a:t>Unit conversion (kg to tonnes, miles to km, $ to €), temporal alignment to reporting year</a:t>
                      </a:r>
                    </a:p>
                  </a:txBody>
                  <a:tcPr/>
                </a:tc>
                <a:tc>
                  <a:txBody>
                    <a:bodyPr/>
                    <a:lstStyle/>
                    <a:p>
                      <a:pPr algn="l">
                        <a:defRPr sz="900"/>
                      </a:pPr>
                      <a:r>
                        <a:rPr lang="en-GB" sz="1200" noProof="0"/>
                        <a:t>- ISO unit mapping table</a:t>
                      </a:r>
                    </a:p>
                    <a:p>
                      <a:pPr algn="l">
                        <a:defRPr sz="900"/>
                      </a:pPr>
                      <a:r>
                        <a:rPr lang="en-GB" sz="1200" noProof="0"/>
                        <a:t>- Internal vs external asset class and instrument look up tables</a:t>
                      </a:r>
                    </a:p>
                    <a:p>
                      <a:pPr algn="l">
                        <a:defRPr sz="900"/>
                      </a:pPr>
                      <a:endParaRPr lang="en-GB" sz="1200" noProof="0"/>
                    </a:p>
                    <a:p>
                      <a:pPr algn="l">
                        <a:defRPr sz="900"/>
                      </a:pPr>
                      <a:endParaRPr lang="en-GB" sz="1200" noProof="0"/>
                    </a:p>
                  </a:txBody>
                  <a:tcPr/>
                </a:tc>
                <a:extLst>
                  <a:ext uri="{0D108BD9-81ED-4DB2-BD59-A6C34878D82A}">
                    <a16:rowId xmlns:a16="http://schemas.microsoft.com/office/drawing/2014/main" val="10001"/>
                  </a:ext>
                </a:extLst>
              </a:tr>
              <a:tr h="1143000">
                <a:tc>
                  <a:txBody>
                    <a:bodyPr/>
                    <a:lstStyle/>
                    <a:p>
                      <a:pPr algn="l">
                        <a:defRPr sz="900"/>
                      </a:pPr>
                      <a:r>
                        <a:rPr lang="en-GB" sz="1200" noProof="0" dirty="0"/>
                        <a:t>Data Gap Identification and Remediation</a:t>
                      </a:r>
                    </a:p>
                  </a:txBody>
                  <a:tcPr/>
                </a:tc>
                <a:tc>
                  <a:txBody>
                    <a:bodyPr/>
                    <a:lstStyle/>
                    <a:p>
                      <a:pPr algn="l">
                        <a:defRPr sz="900"/>
                      </a:pPr>
                      <a:r>
                        <a:rPr lang="en-GB" sz="1200" noProof="0"/>
                        <a:t>Missing category/activity data checks</a:t>
                      </a:r>
                    </a:p>
                  </a:txBody>
                  <a:tcPr/>
                </a:tc>
                <a:tc>
                  <a:txBody>
                    <a:bodyPr/>
                    <a:lstStyle/>
                    <a:p>
                      <a:pPr algn="l">
                        <a:defRPr sz="900"/>
                      </a:pPr>
                      <a:r>
                        <a:rPr lang="en-GB" sz="1200" noProof="0"/>
                        <a:t>- Harmonised dataset</a:t>
                      </a:r>
                    </a:p>
                  </a:txBody>
                  <a:tcPr/>
                </a:tc>
                <a:tc>
                  <a:txBody>
                    <a:bodyPr/>
                    <a:lstStyle/>
                    <a:p>
                      <a:pPr algn="l">
                        <a:defRPr sz="900"/>
                      </a:pPr>
                      <a:r>
                        <a:rPr lang="en-GB" sz="1200" noProof="0"/>
                        <a:t>Gap report (missing data flagged), missing data imputed and estimated</a:t>
                      </a:r>
                    </a:p>
                    <a:p>
                      <a:pPr algn="l">
                        <a:defRPr sz="900"/>
                      </a:pPr>
                      <a:endParaRPr lang="en-GB" sz="1200" noProof="0"/>
                    </a:p>
                    <a:p>
                      <a:pPr marL="0" marR="0" lvl="0" indent="0" algn="l" defTabSz="914400" rtl="0" eaLnBrk="1" fontAlgn="auto" latinLnBrk="0" hangingPunct="1">
                        <a:lnSpc>
                          <a:spcPct val="100000"/>
                        </a:lnSpc>
                        <a:spcBef>
                          <a:spcPts val="0"/>
                        </a:spcBef>
                        <a:spcAft>
                          <a:spcPts val="0"/>
                        </a:spcAft>
                        <a:buClrTx/>
                        <a:buSzTx/>
                        <a:buFontTx/>
                        <a:buNone/>
                        <a:tabLst/>
                        <a:defRPr sz="900"/>
                      </a:pPr>
                      <a:r>
                        <a:rPr lang="en-GB" sz="1200" noProof="0"/>
                        <a:t>Audit trail of imported and estimated values</a:t>
                      </a:r>
                    </a:p>
                    <a:p>
                      <a:pPr algn="l">
                        <a:defRPr sz="900"/>
                      </a:pPr>
                      <a:endParaRPr lang="en-GB" sz="1200" noProof="0"/>
                    </a:p>
                  </a:txBody>
                  <a:tcPr/>
                </a:tc>
                <a:tc>
                  <a:txBody>
                    <a:bodyPr/>
                    <a:lstStyle/>
                    <a:p>
                      <a:pPr algn="l">
                        <a:defRPr sz="900"/>
                      </a:pPr>
                      <a:r>
                        <a:rPr lang="en-GB" sz="1200" noProof="0"/>
                        <a:t>Automated completeness check; % coverage by spend, category, geography, per and post the remediation</a:t>
                      </a:r>
                    </a:p>
                    <a:p>
                      <a:pPr algn="l">
                        <a:defRPr sz="900"/>
                      </a:pPr>
                      <a:endParaRPr lang="en-GB" sz="1200" noProof="0"/>
                    </a:p>
                    <a:p>
                      <a:pPr algn="l">
                        <a:defRPr sz="900"/>
                      </a:pPr>
                      <a:r>
                        <a:rPr lang="en-GB" sz="1200" noProof="0"/>
                        <a:t>Statistical and ML riven approach to data estimation and imputation (based on correlations, distributions etc)</a:t>
                      </a:r>
                    </a:p>
                  </a:txBody>
                  <a:tcPr/>
                </a:tc>
                <a:tc>
                  <a:txBody>
                    <a:bodyPr/>
                    <a:lstStyle/>
                    <a:p>
                      <a:pPr algn="l">
                        <a:defRPr sz="900"/>
                      </a:pPr>
                      <a:r>
                        <a:rPr lang="en-GB" sz="1200" noProof="0"/>
                        <a:t>- Missing data log</a:t>
                      </a:r>
                    </a:p>
                  </a:txBody>
                  <a:tcPr/>
                </a:tc>
                <a:extLst>
                  <a:ext uri="{0D108BD9-81ED-4DB2-BD59-A6C34878D82A}">
                    <a16:rowId xmlns:a16="http://schemas.microsoft.com/office/drawing/2014/main" val="10002"/>
                  </a:ext>
                </a:extLst>
              </a:tr>
              <a:tr h="1143000">
                <a:tc>
                  <a:txBody>
                    <a:bodyPr/>
                    <a:lstStyle/>
                    <a:p>
                      <a:pPr algn="l">
                        <a:defRPr sz="900"/>
                      </a:pPr>
                      <a:r>
                        <a:rPr lang="en-GB" sz="1200" noProof="0" dirty="0"/>
                        <a:t>Data Validation</a:t>
                      </a:r>
                    </a:p>
                  </a:txBody>
                  <a:tcPr/>
                </a:tc>
                <a:tc>
                  <a:txBody>
                    <a:bodyPr/>
                    <a:lstStyle/>
                    <a:p>
                      <a:pPr algn="l">
                        <a:defRPr sz="900"/>
                      </a:pPr>
                      <a:r>
                        <a:rPr lang="en-GB" sz="1200" noProof="0"/>
                        <a:t>Automated &amp; manual checks</a:t>
                      </a:r>
                    </a:p>
                  </a:txBody>
                  <a:tcPr/>
                </a:tc>
                <a:tc>
                  <a:txBody>
                    <a:bodyPr/>
                    <a:lstStyle/>
                    <a:p>
                      <a:pPr algn="l">
                        <a:defRPr sz="900"/>
                      </a:pPr>
                      <a:r>
                        <a:rPr lang="en-GB" sz="1200" noProof="0"/>
                        <a:t>- Gap report + harmonised data</a:t>
                      </a:r>
                    </a:p>
                  </a:txBody>
                  <a:tcPr/>
                </a:tc>
                <a:tc>
                  <a:txBody>
                    <a:bodyPr/>
                    <a:lstStyle/>
                    <a:p>
                      <a:pPr algn="l">
                        <a:defRPr sz="900"/>
                      </a:pPr>
                      <a:r>
                        <a:rPr lang="en-GB" sz="1200" noProof="0"/>
                        <a:t>Validated dataset</a:t>
                      </a:r>
                    </a:p>
                  </a:txBody>
                  <a:tcPr/>
                </a:tc>
                <a:tc>
                  <a:txBody>
                    <a:bodyPr/>
                    <a:lstStyle/>
                    <a:p>
                      <a:pPr algn="l">
                        <a:defRPr sz="900"/>
                      </a:pPr>
                      <a:r>
                        <a:rPr lang="en-GB" sz="1200" noProof="0"/>
                        <a:t>Threshold checks (e.g., year-on-year change &gt; ±20%), reconciliation with finance data</a:t>
                      </a:r>
                    </a:p>
                  </a:txBody>
                  <a:tcPr/>
                </a:tc>
                <a:tc>
                  <a:txBody>
                    <a:bodyPr/>
                    <a:lstStyle/>
                    <a:p>
                      <a:pPr algn="l">
                        <a:defRPr sz="900"/>
                      </a:pPr>
                      <a:r>
                        <a:rPr lang="en-GB" sz="1200" noProof="0" dirty="0"/>
                        <a:t>- Historical emissions dataset</a:t>
                      </a:r>
                    </a:p>
                    <a:p>
                      <a:pPr algn="l">
                        <a:defRPr sz="900"/>
                      </a:pPr>
                      <a:r>
                        <a:rPr lang="en-GB" sz="1200" noProof="0" dirty="0"/>
                        <a:t>- Finance ledger summaries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62778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97474-87E1-3F4C-277F-1C2D45328B8B}"/>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56AAD5C8-77EF-40C2-5C06-8595A6EA5741}"/>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ESRS Regulatory Reporting Workflow </a:t>
            </a:r>
            <a:r>
              <a:rPr lang="en-US" b="1">
                <a:solidFill>
                  <a:srgbClr val="FF462D"/>
                </a:solidFill>
                <a:cs typeface="Arial"/>
              </a:rPr>
              <a:t>4 of 6</a:t>
            </a:r>
            <a:endParaRPr lang="en-GB" sz="2800" b="1">
              <a:solidFill>
                <a:srgbClr val="FF462D"/>
              </a:solidFill>
              <a:cs typeface="Arial"/>
            </a:endParaRPr>
          </a:p>
        </p:txBody>
      </p:sp>
      <p:sp>
        <p:nvSpPr>
          <p:cNvPr id="9" name="TextBox 8">
            <a:extLst>
              <a:ext uri="{FF2B5EF4-FFF2-40B4-BE49-F238E27FC236}">
                <a16:creationId xmlns:a16="http://schemas.microsoft.com/office/drawing/2014/main" id="{D5EBC278-CDE9-D8DD-4089-83B80CCBC009}"/>
              </a:ext>
            </a:extLst>
          </p:cNvPr>
          <p:cNvSpPr txBox="1"/>
          <p:nvPr/>
        </p:nvSpPr>
        <p:spPr>
          <a:xfrm>
            <a:off x="228600" y="867520"/>
            <a:ext cx="6100174" cy="400110"/>
          </a:xfrm>
          <a:prstGeom prst="rect">
            <a:avLst/>
          </a:prstGeom>
          <a:noFill/>
        </p:spPr>
        <p:txBody>
          <a:bodyPr wrap="square">
            <a:spAutoFit/>
          </a:bodyPr>
          <a:lstStyle/>
          <a:p>
            <a:r>
              <a:rPr lang="en-GB" sz="2000" b="0" i="0" u="none" strike="noStrike">
                <a:solidFill>
                  <a:srgbClr val="000000"/>
                </a:solidFill>
                <a:effectLst/>
                <a:latin typeface="-webkit-standard"/>
              </a:rPr>
              <a:t>Level 0: Emission Calculation</a:t>
            </a:r>
            <a:endParaRPr lang="en-US" sz="2000"/>
          </a:p>
        </p:txBody>
      </p:sp>
      <p:graphicFrame>
        <p:nvGraphicFramePr>
          <p:cNvPr id="31" name="Table 30">
            <a:extLst>
              <a:ext uri="{FF2B5EF4-FFF2-40B4-BE49-F238E27FC236}">
                <a16:creationId xmlns:a16="http://schemas.microsoft.com/office/drawing/2014/main" id="{28CD80E4-E5D4-5CBD-AFC7-71B413845A4B}"/>
              </a:ext>
            </a:extLst>
          </p:cNvPr>
          <p:cNvGraphicFramePr>
            <a:graphicFrameLocks noGrp="1"/>
          </p:cNvGraphicFramePr>
          <p:nvPr/>
        </p:nvGraphicFramePr>
        <p:xfrm>
          <a:off x="244258" y="1308970"/>
          <a:ext cx="10972800" cy="3834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60000">
                <a:tc>
                  <a:txBody>
                    <a:bodyPr/>
                    <a:lstStyle/>
                    <a:p>
                      <a:pPr algn="ctr">
                        <a:defRPr sz="1000" b="1"/>
                      </a:pPr>
                      <a:r>
                        <a:rPr sz="1100"/>
                        <a:t>Level 1</a:t>
                      </a:r>
                    </a:p>
                  </a:txBody>
                  <a:tcPr anchor="ctr"/>
                </a:tc>
                <a:tc>
                  <a:txBody>
                    <a:bodyPr/>
                    <a:lstStyle/>
                    <a:p>
                      <a:pPr algn="ctr">
                        <a:defRPr sz="1000" b="1"/>
                      </a:pPr>
                      <a:r>
                        <a:rPr sz="1100"/>
                        <a:t>Level 2</a:t>
                      </a:r>
                    </a:p>
                  </a:txBody>
                  <a:tcPr anchor="ctr"/>
                </a:tc>
                <a:tc>
                  <a:txBody>
                    <a:bodyPr/>
                    <a:lstStyle/>
                    <a:p>
                      <a:pPr algn="ctr">
                        <a:defRPr sz="1000" b="1"/>
                      </a:pPr>
                      <a:r>
                        <a:rPr sz="1100"/>
                        <a:t>Inputs</a:t>
                      </a:r>
                    </a:p>
                  </a:txBody>
                  <a:tcPr anchor="ctr"/>
                </a:tc>
                <a:tc>
                  <a:txBody>
                    <a:bodyPr/>
                    <a:lstStyle/>
                    <a:p>
                      <a:pPr algn="ctr">
                        <a:defRPr sz="1000" b="1"/>
                      </a:pPr>
                      <a:r>
                        <a:rPr sz="1100"/>
                        <a:t>Outputs</a:t>
                      </a:r>
                    </a:p>
                  </a:txBody>
                  <a:tcPr anchor="ctr"/>
                </a:tc>
                <a:tc>
                  <a:txBody>
                    <a:bodyPr/>
                    <a:lstStyle/>
                    <a:p>
                      <a:pPr algn="ctr">
                        <a:defRPr sz="1000" b="1"/>
                      </a:pPr>
                      <a:r>
                        <a:rPr sz="1100"/>
                        <a:t>Data &amp; Business Logic</a:t>
                      </a:r>
                    </a:p>
                  </a:txBody>
                  <a:tcPr anchor="ctr"/>
                </a:tc>
                <a:tc>
                  <a:txBody>
                    <a:bodyPr/>
                    <a:lstStyle/>
                    <a:p>
                      <a:pPr algn="ctr">
                        <a:defRPr sz="1000" b="1"/>
                      </a:pPr>
                      <a:r>
                        <a:rPr sz="1100"/>
                        <a:t>Illustrative Data Feeds</a:t>
                      </a:r>
                    </a:p>
                  </a:txBody>
                  <a:tcPr anchor="ctr"/>
                </a:tc>
                <a:extLst>
                  <a:ext uri="{0D108BD9-81ED-4DB2-BD59-A6C34878D82A}">
                    <a16:rowId xmlns:a16="http://schemas.microsoft.com/office/drawing/2014/main" val="10000"/>
                  </a:ext>
                </a:extLst>
              </a:tr>
              <a:tr h="1143000">
                <a:tc>
                  <a:txBody>
                    <a:bodyPr/>
                    <a:lstStyle/>
                    <a:p>
                      <a:pPr algn="l">
                        <a:defRPr sz="900"/>
                      </a:pPr>
                      <a:r>
                        <a:rPr sz="1200"/>
                        <a:t>Apply Emission Factors</a:t>
                      </a:r>
                    </a:p>
                  </a:txBody>
                  <a:tcPr/>
                </a:tc>
                <a:tc>
                  <a:txBody>
                    <a:bodyPr/>
                    <a:lstStyle/>
                    <a:p>
                      <a:pPr algn="l">
                        <a:defRPr sz="900"/>
                      </a:pPr>
                      <a:r>
                        <a:rPr sz="1200"/>
                        <a:t>Map activities to EF</a:t>
                      </a:r>
                    </a:p>
                  </a:txBody>
                  <a:tcPr/>
                </a:tc>
                <a:tc>
                  <a:txBody>
                    <a:bodyPr/>
                    <a:lstStyle/>
                    <a:p>
                      <a:pPr algn="l">
                        <a:defRPr sz="900"/>
                      </a:pPr>
                      <a:r>
                        <a:rPr sz="1200"/>
                        <a:t>- Validated activity data</a:t>
                      </a:r>
                    </a:p>
                    <a:p>
                      <a:pPr algn="l">
                        <a:defRPr sz="900"/>
                      </a:pPr>
                      <a:r>
                        <a:rPr sz="1200"/>
                        <a:t>- EF library</a:t>
                      </a:r>
                      <a:endParaRPr lang="en-GB" sz="1200"/>
                    </a:p>
                    <a:p>
                      <a:pPr algn="l">
                        <a:defRPr sz="900"/>
                      </a:pPr>
                      <a:r>
                        <a:rPr lang="en-GB" sz="1200"/>
                        <a:t>- PCAF logic for Scope 3 Category 15</a:t>
                      </a:r>
                      <a:endParaRPr sz="1200"/>
                    </a:p>
                  </a:txBody>
                  <a:tcPr/>
                </a:tc>
                <a:tc>
                  <a:txBody>
                    <a:bodyPr/>
                    <a:lstStyle/>
                    <a:p>
                      <a:pPr algn="l">
                        <a:defRPr sz="900"/>
                      </a:pPr>
                      <a:r>
                        <a:rPr sz="1200"/>
                        <a:t>Emissions by activity line item</a:t>
                      </a:r>
                    </a:p>
                  </a:txBody>
                  <a:tcPr/>
                </a:tc>
                <a:tc>
                  <a:txBody>
                    <a:bodyPr/>
                    <a:lstStyle/>
                    <a:p>
                      <a:pPr algn="l">
                        <a:defRPr sz="900"/>
                      </a:pPr>
                      <a:r>
                        <a:rPr sz="1200"/>
                        <a:t>Select EF by activity type, region, material; apply formula: Emissions = Activity × EF</a:t>
                      </a:r>
                    </a:p>
                  </a:txBody>
                  <a:tcPr/>
                </a:tc>
                <a:tc>
                  <a:txBody>
                    <a:bodyPr/>
                    <a:lstStyle/>
                    <a:p>
                      <a:pPr algn="l">
                        <a:defRPr sz="900"/>
                      </a:pPr>
                      <a:r>
                        <a:rPr sz="1200"/>
                        <a:t>- DEFRA/</a:t>
                      </a:r>
                      <a:r>
                        <a:rPr sz="1200" err="1"/>
                        <a:t>Ecoinvent</a:t>
                      </a:r>
                      <a:r>
                        <a:rPr sz="1200"/>
                        <a:t> EF table</a:t>
                      </a:r>
                    </a:p>
                  </a:txBody>
                  <a:tcPr/>
                </a:tc>
                <a:extLst>
                  <a:ext uri="{0D108BD9-81ED-4DB2-BD59-A6C34878D82A}">
                    <a16:rowId xmlns:a16="http://schemas.microsoft.com/office/drawing/2014/main" val="10001"/>
                  </a:ext>
                </a:extLst>
              </a:tr>
              <a:tr h="1143000">
                <a:tc>
                  <a:txBody>
                    <a:bodyPr/>
                    <a:lstStyle/>
                    <a:p>
                      <a:pPr algn="l">
                        <a:defRPr sz="900"/>
                      </a:pPr>
                      <a:r>
                        <a:rPr sz="1200"/>
                        <a:t>Category Aggregation</a:t>
                      </a:r>
                    </a:p>
                  </a:txBody>
                  <a:tcPr/>
                </a:tc>
                <a:tc>
                  <a:txBody>
                    <a:bodyPr/>
                    <a:lstStyle/>
                    <a:p>
                      <a:pPr algn="l">
                        <a:defRPr sz="900"/>
                      </a:pPr>
                      <a:r>
                        <a:rPr sz="1200"/>
                        <a:t>Aggregate to ESRS categories</a:t>
                      </a:r>
                    </a:p>
                  </a:txBody>
                  <a:tcPr/>
                </a:tc>
                <a:tc>
                  <a:txBody>
                    <a:bodyPr/>
                    <a:lstStyle/>
                    <a:p>
                      <a:pPr algn="l">
                        <a:defRPr sz="900"/>
                      </a:pPr>
                      <a:r>
                        <a:rPr sz="1200"/>
                        <a:t>- Emissions by activity</a:t>
                      </a:r>
                      <a:endParaRPr lang="en-GB" sz="1200"/>
                    </a:p>
                    <a:p>
                      <a:pPr marL="0" marR="0" lvl="0" indent="0" algn="l" defTabSz="914400" rtl="0" eaLnBrk="1" fontAlgn="auto" latinLnBrk="0" hangingPunct="1">
                        <a:lnSpc>
                          <a:spcPct val="100000"/>
                        </a:lnSpc>
                        <a:spcBef>
                          <a:spcPts val="0"/>
                        </a:spcBef>
                        <a:spcAft>
                          <a:spcPts val="0"/>
                        </a:spcAft>
                        <a:buClrTx/>
                        <a:buSzTx/>
                        <a:buFontTx/>
                        <a:buNone/>
                        <a:tabLst/>
                        <a:defRPr sz="900"/>
                      </a:pPr>
                      <a:r>
                        <a:rPr lang="en-GB" sz="1200"/>
                        <a:t>- PCAF logic for Scope 3 Category 15</a:t>
                      </a:r>
                    </a:p>
                    <a:p>
                      <a:pPr algn="l">
                        <a:defRPr sz="900"/>
                      </a:pPr>
                      <a:endParaRPr sz="1200"/>
                    </a:p>
                  </a:txBody>
                  <a:tcPr/>
                </a:tc>
                <a:tc>
                  <a:txBody>
                    <a:bodyPr/>
                    <a:lstStyle/>
                    <a:p>
                      <a:pPr algn="l">
                        <a:defRPr sz="900"/>
                      </a:pPr>
                      <a:r>
                        <a:rPr sz="1200"/>
                        <a:t>Emissions by GHG Protocol category &amp; ESRS E1</a:t>
                      </a:r>
                    </a:p>
                  </a:txBody>
                  <a:tcPr/>
                </a:tc>
                <a:tc>
                  <a:txBody>
                    <a:bodyPr/>
                    <a:lstStyle/>
                    <a:p>
                      <a:pPr algn="l">
                        <a:defRPr sz="900"/>
                      </a:pPr>
                      <a:r>
                        <a:rPr sz="1200"/>
                        <a:t>Sum emissions by category, reconcile totals, separate CO₂, CH₄, N₂O, other gases</a:t>
                      </a:r>
                      <a:endParaRPr lang="en-GB" sz="1200"/>
                    </a:p>
                    <a:p>
                      <a:pPr algn="l">
                        <a:defRPr sz="900"/>
                      </a:pPr>
                      <a:endParaRPr lang="en-GB" sz="1200"/>
                    </a:p>
                    <a:p>
                      <a:pPr algn="l">
                        <a:defRPr sz="900"/>
                      </a:pPr>
                      <a:endParaRPr sz="1200"/>
                    </a:p>
                  </a:txBody>
                  <a:tcPr/>
                </a:tc>
                <a:tc>
                  <a:txBody>
                    <a:bodyPr/>
                    <a:lstStyle/>
                    <a:p>
                      <a:pPr algn="l">
                        <a:defRPr sz="900"/>
                      </a:pPr>
                      <a:r>
                        <a:rPr sz="1200"/>
                        <a:t>- Aggregation ruleset</a:t>
                      </a:r>
                    </a:p>
                  </a:txBody>
                  <a:tcPr/>
                </a:tc>
                <a:extLst>
                  <a:ext uri="{0D108BD9-81ED-4DB2-BD59-A6C34878D82A}">
                    <a16:rowId xmlns:a16="http://schemas.microsoft.com/office/drawing/2014/main" val="10002"/>
                  </a:ext>
                </a:extLst>
              </a:tr>
              <a:tr h="1143000">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54052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B8FB5-669F-D91E-D89F-3727D7138866}"/>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3A9B5A9A-0322-7FC7-3441-14687A901200}"/>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ESRS Regulatory Reporting Workflow </a:t>
            </a:r>
            <a:r>
              <a:rPr lang="en-US" b="1">
                <a:solidFill>
                  <a:srgbClr val="FF462D"/>
                </a:solidFill>
                <a:cs typeface="Arial"/>
              </a:rPr>
              <a:t>5 of 6</a:t>
            </a:r>
            <a:endParaRPr lang="en-GB" b="1">
              <a:solidFill>
                <a:srgbClr val="FF462D"/>
              </a:solidFill>
              <a:cs typeface="Arial"/>
            </a:endParaRPr>
          </a:p>
        </p:txBody>
      </p:sp>
      <p:sp>
        <p:nvSpPr>
          <p:cNvPr id="9" name="TextBox 8">
            <a:extLst>
              <a:ext uri="{FF2B5EF4-FFF2-40B4-BE49-F238E27FC236}">
                <a16:creationId xmlns:a16="http://schemas.microsoft.com/office/drawing/2014/main" id="{40F9E180-FE1E-5A88-3FFF-0640D4B55718}"/>
              </a:ext>
            </a:extLst>
          </p:cNvPr>
          <p:cNvSpPr txBox="1"/>
          <p:nvPr/>
        </p:nvSpPr>
        <p:spPr>
          <a:xfrm>
            <a:off x="228600" y="867520"/>
            <a:ext cx="6100174" cy="400110"/>
          </a:xfrm>
          <a:prstGeom prst="rect">
            <a:avLst/>
          </a:prstGeom>
          <a:noFill/>
        </p:spPr>
        <p:txBody>
          <a:bodyPr wrap="square">
            <a:spAutoFit/>
          </a:bodyPr>
          <a:lstStyle/>
          <a:p>
            <a:r>
              <a:rPr lang="en-GB" sz="2000" b="0" i="0" u="none" strike="noStrike">
                <a:solidFill>
                  <a:srgbClr val="000000"/>
                </a:solidFill>
                <a:effectLst/>
                <a:latin typeface="-webkit-standard"/>
              </a:rPr>
              <a:t>Level 0: Assurance and Audit Trail</a:t>
            </a:r>
            <a:endParaRPr lang="en-US" sz="2000"/>
          </a:p>
        </p:txBody>
      </p:sp>
      <p:graphicFrame>
        <p:nvGraphicFramePr>
          <p:cNvPr id="31" name="Table 30">
            <a:extLst>
              <a:ext uri="{FF2B5EF4-FFF2-40B4-BE49-F238E27FC236}">
                <a16:creationId xmlns:a16="http://schemas.microsoft.com/office/drawing/2014/main" id="{C5C112B7-C640-B325-70B4-F4B7AFCA9CBB}"/>
              </a:ext>
            </a:extLst>
          </p:cNvPr>
          <p:cNvGraphicFramePr>
            <a:graphicFrameLocks noGrp="1"/>
          </p:cNvGraphicFramePr>
          <p:nvPr/>
        </p:nvGraphicFramePr>
        <p:xfrm>
          <a:off x="244258" y="1308970"/>
          <a:ext cx="10972800" cy="40176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60000">
                <a:tc>
                  <a:txBody>
                    <a:bodyPr/>
                    <a:lstStyle/>
                    <a:p>
                      <a:pPr algn="ctr">
                        <a:defRPr sz="1000" b="1"/>
                      </a:pPr>
                      <a:r>
                        <a:rPr sz="1100"/>
                        <a:t>Level 1</a:t>
                      </a:r>
                    </a:p>
                  </a:txBody>
                  <a:tcPr anchor="ctr"/>
                </a:tc>
                <a:tc>
                  <a:txBody>
                    <a:bodyPr/>
                    <a:lstStyle/>
                    <a:p>
                      <a:pPr algn="ctr">
                        <a:defRPr sz="1000" b="1"/>
                      </a:pPr>
                      <a:r>
                        <a:rPr sz="1100"/>
                        <a:t>Level 2</a:t>
                      </a:r>
                    </a:p>
                  </a:txBody>
                  <a:tcPr anchor="ctr"/>
                </a:tc>
                <a:tc>
                  <a:txBody>
                    <a:bodyPr/>
                    <a:lstStyle/>
                    <a:p>
                      <a:pPr algn="ctr">
                        <a:defRPr sz="1000" b="1"/>
                      </a:pPr>
                      <a:r>
                        <a:rPr sz="1100"/>
                        <a:t>Inputs</a:t>
                      </a:r>
                    </a:p>
                  </a:txBody>
                  <a:tcPr anchor="ctr"/>
                </a:tc>
                <a:tc>
                  <a:txBody>
                    <a:bodyPr/>
                    <a:lstStyle/>
                    <a:p>
                      <a:pPr algn="ctr">
                        <a:defRPr sz="1000" b="1"/>
                      </a:pPr>
                      <a:r>
                        <a:rPr sz="1100"/>
                        <a:t>Outputs</a:t>
                      </a:r>
                    </a:p>
                  </a:txBody>
                  <a:tcPr anchor="ctr"/>
                </a:tc>
                <a:tc>
                  <a:txBody>
                    <a:bodyPr/>
                    <a:lstStyle/>
                    <a:p>
                      <a:pPr algn="ctr">
                        <a:defRPr sz="1000" b="1"/>
                      </a:pPr>
                      <a:r>
                        <a:rPr sz="1100"/>
                        <a:t>Data &amp; Business Logic</a:t>
                      </a:r>
                    </a:p>
                  </a:txBody>
                  <a:tcPr anchor="ctr"/>
                </a:tc>
                <a:tc>
                  <a:txBody>
                    <a:bodyPr/>
                    <a:lstStyle/>
                    <a:p>
                      <a:pPr algn="ctr">
                        <a:defRPr sz="1000" b="1"/>
                      </a:pPr>
                      <a:r>
                        <a:rPr sz="1100"/>
                        <a:t>Illustrative Data Feeds</a:t>
                      </a:r>
                    </a:p>
                  </a:txBody>
                  <a:tcPr anchor="ctr"/>
                </a:tc>
                <a:extLst>
                  <a:ext uri="{0D108BD9-81ED-4DB2-BD59-A6C34878D82A}">
                    <a16:rowId xmlns:a16="http://schemas.microsoft.com/office/drawing/2014/main" val="10000"/>
                  </a:ext>
                </a:extLst>
              </a:tr>
              <a:tr h="1143000">
                <a:tc>
                  <a:txBody>
                    <a:bodyPr/>
                    <a:lstStyle/>
                    <a:p>
                      <a:pPr algn="l">
                        <a:defRPr sz="900"/>
                      </a:pPr>
                      <a:r>
                        <a:rPr sz="1200"/>
                        <a:t>Internal Review</a:t>
                      </a:r>
                    </a:p>
                  </a:txBody>
                  <a:tcPr/>
                </a:tc>
                <a:tc>
                  <a:txBody>
                    <a:bodyPr/>
                    <a:lstStyle/>
                    <a:p>
                      <a:pPr algn="l">
                        <a:defRPr sz="900"/>
                      </a:pPr>
                      <a:r>
                        <a:rPr sz="1200"/>
                        <a:t>Cross-check with business units</a:t>
                      </a:r>
                    </a:p>
                  </a:txBody>
                  <a:tcPr/>
                </a:tc>
                <a:tc>
                  <a:txBody>
                    <a:bodyPr/>
                    <a:lstStyle/>
                    <a:p>
                      <a:pPr algn="l">
                        <a:defRPr sz="900"/>
                      </a:pPr>
                      <a:r>
                        <a:rPr sz="1200"/>
                        <a:t>- Category totals</a:t>
                      </a:r>
                    </a:p>
                    <a:p>
                      <a:pPr algn="l">
                        <a:defRPr sz="900"/>
                      </a:pPr>
                      <a:r>
                        <a:rPr sz="1200"/>
                        <a:t>- Source data extracts</a:t>
                      </a:r>
                    </a:p>
                  </a:txBody>
                  <a:tcPr/>
                </a:tc>
                <a:tc>
                  <a:txBody>
                    <a:bodyPr/>
                    <a:lstStyle/>
                    <a:p>
                      <a:pPr algn="l">
                        <a:defRPr sz="900"/>
                      </a:pPr>
                      <a:r>
                        <a:rPr sz="1200"/>
                        <a:t>Approved dataset</a:t>
                      </a:r>
                    </a:p>
                  </a:txBody>
                  <a:tcPr/>
                </a:tc>
                <a:tc>
                  <a:txBody>
                    <a:bodyPr/>
                    <a:lstStyle/>
                    <a:p>
                      <a:pPr algn="l">
                        <a:defRPr sz="900"/>
                      </a:pPr>
                      <a:r>
                        <a:rPr sz="1200"/>
                        <a:t>Business unit sign-off workflow</a:t>
                      </a:r>
                    </a:p>
                  </a:txBody>
                  <a:tcPr/>
                </a:tc>
                <a:tc>
                  <a:txBody>
                    <a:bodyPr/>
                    <a:lstStyle/>
                    <a:p>
                      <a:pPr algn="l">
                        <a:defRPr sz="900"/>
                      </a:pPr>
                      <a:r>
                        <a:rPr sz="1200"/>
                        <a:t>- Review checklists</a:t>
                      </a:r>
                    </a:p>
                  </a:txBody>
                  <a:tcPr/>
                </a:tc>
                <a:extLst>
                  <a:ext uri="{0D108BD9-81ED-4DB2-BD59-A6C34878D82A}">
                    <a16:rowId xmlns:a16="http://schemas.microsoft.com/office/drawing/2014/main" val="10001"/>
                  </a:ext>
                </a:extLst>
              </a:tr>
              <a:tr h="1143000">
                <a:tc>
                  <a:txBody>
                    <a:bodyPr/>
                    <a:lstStyle/>
                    <a:p>
                      <a:pPr algn="l">
                        <a:defRPr sz="900"/>
                      </a:pPr>
                      <a:r>
                        <a:rPr sz="1200"/>
                        <a:t>External Assurance Support</a:t>
                      </a:r>
                    </a:p>
                  </a:txBody>
                  <a:tcPr/>
                </a:tc>
                <a:tc>
                  <a:txBody>
                    <a:bodyPr/>
                    <a:lstStyle/>
                    <a:p>
                      <a:pPr algn="l">
                        <a:defRPr sz="900"/>
                      </a:pPr>
                      <a:r>
                        <a:rPr sz="1200"/>
                        <a:t>Prepare evidence pack</a:t>
                      </a:r>
                    </a:p>
                  </a:txBody>
                  <a:tcPr/>
                </a:tc>
                <a:tc>
                  <a:txBody>
                    <a:bodyPr/>
                    <a:lstStyle/>
                    <a:p>
                      <a:pPr algn="l">
                        <a:defRPr sz="900"/>
                      </a:pPr>
                      <a:r>
                        <a:rPr sz="1200"/>
                        <a:t>- Approved dataset</a:t>
                      </a:r>
                    </a:p>
                    <a:p>
                      <a:pPr algn="l">
                        <a:defRPr sz="900"/>
                      </a:pPr>
                      <a:r>
                        <a:rPr sz="1200"/>
                        <a:t>- Data lineage documentation</a:t>
                      </a:r>
                      <a:endParaRPr lang="en-GB" sz="1200"/>
                    </a:p>
                    <a:p>
                      <a:pPr algn="l">
                        <a:defRPr sz="900"/>
                      </a:pPr>
                      <a:r>
                        <a:rPr lang="en-GB" sz="1200"/>
                        <a:t>- Limited and reasonable assurance standards (existing SAE3000, emerging ISSA500 </a:t>
                      </a:r>
                      <a:r>
                        <a:rPr lang="en-GB" sz="1200" err="1"/>
                        <a:t>etCV</a:t>
                      </a:r>
                      <a:r>
                        <a:rPr lang="en-GB" sz="1200"/>
                        <a:t>)</a:t>
                      </a:r>
                      <a:endParaRPr sz="1200"/>
                    </a:p>
                  </a:txBody>
                  <a:tcPr/>
                </a:tc>
                <a:tc>
                  <a:txBody>
                    <a:bodyPr/>
                    <a:lstStyle/>
                    <a:p>
                      <a:pPr algn="l">
                        <a:defRPr sz="900"/>
                      </a:pPr>
                      <a:r>
                        <a:rPr sz="1200"/>
                        <a:t>Assurance-ready pack</a:t>
                      </a:r>
                    </a:p>
                  </a:txBody>
                  <a:tcPr/>
                </a:tc>
                <a:tc>
                  <a:txBody>
                    <a:bodyPr/>
                    <a:lstStyle/>
                    <a:p>
                      <a:pPr algn="l">
                        <a:defRPr sz="900"/>
                      </a:pPr>
                      <a:r>
                        <a:rPr sz="1200"/>
                        <a:t>Provide traceability for each figure to source data and EF</a:t>
                      </a:r>
                    </a:p>
                  </a:txBody>
                  <a:tcPr/>
                </a:tc>
                <a:tc>
                  <a:txBody>
                    <a:bodyPr/>
                    <a:lstStyle/>
                    <a:p>
                      <a:pPr algn="l">
                        <a:defRPr sz="900"/>
                      </a:pPr>
                      <a:r>
                        <a:rPr sz="1200"/>
                        <a:t>- Audit log</a:t>
                      </a:r>
                    </a:p>
                    <a:p>
                      <a:pPr algn="l">
                        <a:defRPr sz="900"/>
                      </a:pPr>
                      <a:r>
                        <a:rPr sz="1200"/>
                        <a:t>- Source data extracts</a:t>
                      </a:r>
                    </a:p>
                  </a:txBody>
                  <a:tcPr/>
                </a:tc>
                <a:extLst>
                  <a:ext uri="{0D108BD9-81ED-4DB2-BD59-A6C34878D82A}">
                    <a16:rowId xmlns:a16="http://schemas.microsoft.com/office/drawing/2014/main" val="10002"/>
                  </a:ext>
                </a:extLst>
              </a:tr>
              <a:tr h="1143000">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66299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F345-98C0-97FF-3EBD-40A8BDDD1A13}"/>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C961B89D-4BA6-FDA5-4930-AD57630800A3}"/>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ESRS Regulatory Reporting Workflow </a:t>
            </a:r>
            <a:r>
              <a:rPr lang="en-US" b="1">
                <a:solidFill>
                  <a:srgbClr val="FF462D"/>
                </a:solidFill>
                <a:cs typeface="Arial"/>
              </a:rPr>
              <a:t>6 of 6</a:t>
            </a:r>
            <a:endParaRPr lang="en-GB" b="1">
              <a:solidFill>
                <a:srgbClr val="FF462D"/>
              </a:solidFill>
              <a:cs typeface="Arial"/>
            </a:endParaRPr>
          </a:p>
        </p:txBody>
      </p:sp>
      <p:sp>
        <p:nvSpPr>
          <p:cNvPr id="9" name="TextBox 8">
            <a:extLst>
              <a:ext uri="{FF2B5EF4-FFF2-40B4-BE49-F238E27FC236}">
                <a16:creationId xmlns:a16="http://schemas.microsoft.com/office/drawing/2014/main" id="{6803D7F8-99EB-6ADE-EDB7-EF0FEDBBB4BB}"/>
              </a:ext>
            </a:extLst>
          </p:cNvPr>
          <p:cNvSpPr txBox="1"/>
          <p:nvPr/>
        </p:nvSpPr>
        <p:spPr>
          <a:xfrm>
            <a:off x="228600" y="867520"/>
            <a:ext cx="6100174" cy="400110"/>
          </a:xfrm>
          <a:prstGeom prst="rect">
            <a:avLst/>
          </a:prstGeom>
          <a:noFill/>
        </p:spPr>
        <p:txBody>
          <a:bodyPr wrap="square">
            <a:spAutoFit/>
          </a:bodyPr>
          <a:lstStyle/>
          <a:p>
            <a:r>
              <a:rPr lang="en-GB" sz="2000" b="0" i="0" u="none" strike="noStrike">
                <a:solidFill>
                  <a:srgbClr val="000000"/>
                </a:solidFill>
                <a:effectLst/>
                <a:latin typeface="-webkit-standard"/>
              </a:rPr>
              <a:t>Level 0: Reporting &amp; Publication</a:t>
            </a:r>
          </a:p>
        </p:txBody>
      </p:sp>
      <p:graphicFrame>
        <p:nvGraphicFramePr>
          <p:cNvPr id="31" name="Table 30">
            <a:extLst>
              <a:ext uri="{FF2B5EF4-FFF2-40B4-BE49-F238E27FC236}">
                <a16:creationId xmlns:a16="http://schemas.microsoft.com/office/drawing/2014/main" id="{02FDF41D-A188-9C05-48E3-AF3228DD70A9}"/>
              </a:ext>
            </a:extLst>
          </p:cNvPr>
          <p:cNvGraphicFramePr>
            <a:graphicFrameLocks noGrp="1"/>
          </p:cNvGraphicFramePr>
          <p:nvPr/>
        </p:nvGraphicFramePr>
        <p:xfrm>
          <a:off x="244258" y="1308970"/>
          <a:ext cx="10972800" cy="3789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60000">
                <a:tc>
                  <a:txBody>
                    <a:bodyPr/>
                    <a:lstStyle/>
                    <a:p>
                      <a:pPr algn="ctr">
                        <a:defRPr sz="1000" b="1"/>
                      </a:pPr>
                      <a:r>
                        <a:rPr sz="1100"/>
                        <a:t>Level 1</a:t>
                      </a:r>
                    </a:p>
                  </a:txBody>
                  <a:tcPr anchor="ctr"/>
                </a:tc>
                <a:tc>
                  <a:txBody>
                    <a:bodyPr/>
                    <a:lstStyle/>
                    <a:p>
                      <a:pPr algn="ctr">
                        <a:defRPr sz="1000" b="1"/>
                      </a:pPr>
                      <a:r>
                        <a:rPr sz="1100"/>
                        <a:t>Level 2</a:t>
                      </a:r>
                    </a:p>
                  </a:txBody>
                  <a:tcPr anchor="ctr"/>
                </a:tc>
                <a:tc>
                  <a:txBody>
                    <a:bodyPr/>
                    <a:lstStyle/>
                    <a:p>
                      <a:pPr algn="ctr">
                        <a:defRPr sz="1000" b="1"/>
                      </a:pPr>
                      <a:r>
                        <a:rPr sz="1100"/>
                        <a:t>Inputs</a:t>
                      </a:r>
                    </a:p>
                  </a:txBody>
                  <a:tcPr anchor="ctr"/>
                </a:tc>
                <a:tc>
                  <a:txBody>
                    <a:bodyPr/>
                    <a:lstStyle/>
                    <a:p>
                      <a:pPr algn="ctr">
                        <a:defRPr sz="1000" b="1"/>
                      </a:pPr>
                      <a:r>
                        <a:rPr sz="1100"/>
                        <a:t>Outputs</a:t>
                      </a:r>
                    </a:p>
                  </a:txBody>
                  <a:tcPr anchor="ctr"/>
                </a:tc>
                <a:tc>
                  <a:txBody>
                    <a:bodyPr/>
                    <a:lstStyle/>
                    <a:p>
                      <a:pPr algn="ctr">
                        <a:defRPr sz="1000" b="1"/>
                      </a:pPr>
                      <a:r>
                        <a:rPr sz="1100"/>
                        <a:t>Data &amp; Business Logic</a:t>
                      </a:r>
                    </a:p>
                  </a:txBody>
                  <a:tcPr anchor="ctr"/>
                </a:tc>
                <a:tc>
                  <a:txBody>
                    <a:bodyPr/>
                    <a:lstStyle/>
                    <a:p>
                      <a:pPr algn="ctr">
                        <a:defRPr sz="1000" b="1"/>
                      </a:pPr>
                      <a:r>
                        <a:rPr sz="1100"/>
                        <a:t>Illustrative Data Feeds</a:t>
                      </a:r>
                    </a:p>
                  </a:txBody>
                  <a:tcPr anchor="ctr"/>
                </a:tc>
                <a:extLst>
                  <a:ext uri="{0D108BD9-81ED-4DB2-BD59-A6C34878D82A}">
                    <a16:rowId xmlns:a16="http://schemas.microsoft.com/office/drawing/2014/main" val="10000"/>
                  </a:ext>
                </a:extLst>
              </a:tr>
              <a:tr h="1143000">
                <a:tc>
                  <a:txBody>
                    <a:bodyPr/>
                    <a:lstStyle/>
                    <a:p>
                      <a:pPr algn="l">
                        <a:defRPr sz="900"/>
                      </a:pPr>
                      <a:r>
                        <a:rPr sz="1200"/>
                        <a:t>Disclosure Preparation</a:t>
                      </a:r>
                    </a:p>
                  </a:txBody>
                  <a:tcPr/>
                </a:tc>
                <a:tc>
                  <a:txBody>
                    <a:bodyPr/>
                    <a:lstStyle/>
                    <a:p>
                      <a:pPr algn="l">
                        <a:defRPr sz="900"/>
                      </a:pPr>
                      <a:r>
                        <a:rPr sz="1200"/>
                        <a:t>Format for ESRS</a:t>
                      </a:r>
                    </a:p>
                  </a:txBody>
                  <a:tcPr/>
                </a:tc>
                <a:tc>
                  <a:txBody>
                    <a:bodyPr/>
                    <a:lstStyle/>
                    <a:p>
                      <a:pPr algn="l">
                        <a:defRPr sz="900"/>
                      </a:pPr>
                      <a:r>
                        <a:rPr sz="1200"/>
                        <a:t>- Approved emissions data</a:t>
                      </a:r>
                    </a:p>
                  </a:txBody>
                  <a:tcPr/>
                </a:tc>
                <a:tc>
                  <a:txBody>
                    <a:bodyPr/>
                    <a:lstStyle/>
                    <a:p>
                      <a:pPr algn="l">
                        <a:defRPr sz="900"/>
                      </a:pPr>
                      <a:r>
                        <a:rPr sz="1200"/>
                        <a:t>ESRS-compliant disclosure tables</a:t>
                      </a:r>
                    </a:p>
                  </a:txBody>
                  <a:tcPr/>
                </a:tc>
                <a:tc>
                  <a:txBody>
                    <a:bodyPr/>
                    <a:lstStyle/>
                    <a:p>
                      <a:pPr algn="l">
                        <a:defRPr sz="900"/>
                      </a:pPr>
                      <a:r>
                        <a:rPr sz="1200"/>
                        <a:t>Map emissions data to ESRS E1-6 templates</a:t>
                      </a:r>
                      <a:r>
                        <a:rPr lang="en-GB" sz="1200"/>
                        <a:t> and similar</a:t>
                      </a:r>
                      <a:endParaRPr sz="1200"/>
                    </a:p>
                  </a:txBody>
                  <a:tcPr/>
                </a:tc>
                <a:tc>
                  <a:txBody>
                    <a:bodyPr/>
                    <a:lstStyle/>
                    <a:p>
                      <a:pPr algn="l">
                        <a:defRPr sz="900"/>
                      </a:pPr>
                      <a:r>
                        <a:rPr sz="1200"/>
                        <a:t>- ESRS E1-6 guidance</a:t>
                      </a:r>
                    </a:p>
                  </a:txBody>
                  <a:tcPr/>
                </a:tc>
                <a:extLst>
                  <a:ext uri="{0D108BD9-81ED-4DB2-BD59-A6C34878D82A}">
                    <a16:rowId xmlns:a16="http://schemas.microsoft.com/office/drawing/2014/main" val="10001"/>
                  </a:ext>
                </a:extLst>
              </a:tr>
              <a:tr h="1143000">
                <a:tc>
                  <a:txBody>
                    <a:bodyPr/>
                    <a:lstStyle/>
                    <a:p>
                      <a:pPr algn="l">
                        <a:defRPr sz="900"/>
                      </a:pPr>
                      <a:r>
                        <a:rPr sz="1200"/>
                        <a:t>Integration into Annual Report / Sustainability Report</a:t>
                      </a:r>
                    </a:p>
                  </a:txBody>
                  <a:tcPr/>
                </a:tc>
                <a:tc>
                  <a:txBody>
                    <a:bodyPr/>
                    <a:lstStyle/>
                    <a:p>
                      <a:pPr algn="l">
                        <a:defRPr sz="900"/>
                      </a:pPr>
                      <a:r>
                        <a:rPr sz="1200"/>
                        <a:t>Tagging for ESEF</a:t>
                      </a:r>
                    </a:p>
                  </a:txBody>
                  <a:tcPr/>
                </a:tc>
                <a:tc>
                  <a:txBody>
                    <a:bodyPr/>
                    <a:lstStyle/>
                    <a:p>
                      <a:pPr algn="l">
                        <a:defRPr sz="900"/>
                      </a:pPr>
                      <a:r>
                        <a:rPr sz="1200"/>
                        <a:t>- ESRS disclosures</a:t>
                      </a:r>
                    </a:p>
                    <a:p>
                      <a:pPr algn="l">
                        <a:defRPr sz="900"/>
                      </a:pPr>
                      <a:r>
                        <a:rPr sz="1200"/>
                        <a:t>- Narrative commentary</a:t>
                      </a:r>
                    </a:p>
                  </a:txBody>
                  <a:tcPr/>
                </a:tc>
                <a:tc>
                  <a:txBody>
                    <a:bodyPr/>
                    <a:lstStyle/>
                    <a:p>
                      <a:pPr algn="l">
                        <a:defRPr sz="900"/>
                      </a:pPr>
                      <a:r>
                        <a:rPr sz="1200"/>
                        <a:t>XHTML + XBRL tagged disclosures</a:t>
                      </a:r>
                    </a:p>
                  </a:txBody>
                  <a:tcPr/>
                </a:tc>
                <a:tc>
                  <a:txBody>
                    <a:bodyPr/>
                    <a:lstStyle/>
                    <a:p>
                      <a:pPr algn="l">
                        <a:defRPr sz="900"/>
                      </a:pPr>
                      <a:r>
                        <a:rPr sz="1200"/>
                        <a:t>Apply ESEF taxonomy, validate with filing tools</a:t>
                      </a:r>
                      <a:r>
                        <a:rPr lang="en-GB" sz="1200"/>
                        <a:t> and submit / publish </a:t>
                      </a:r>
                      <a:endParaRPr sz="1200"/>
                    </a:p>
                  </a:txBody>
                  <a:tcPr/>
                </a:tc>
                <a:tc>
                  <a:txBody>
                    <a:bodyPr/>
                    <a:lstStyle/>
                    <a:p>
                      <a:pPr algn="l">
                        <a:defRPr sz="900"/>
                      </a:pPr>
                      <a:r>
                        <a:rPr sz="1200"/>
                        <a:t>- ESEF taxonomy XML</a:t>
                      </a:r>
                    </a:p>
                  </a:txBody>
                  <a:tcPr/>
                </a:tc>
                <a:extLst>
                  <a:ext uri="{0D108BD9-81ED-4DB2-BD59-A6C34878D82A}">
                    <a16:rowId xmlns:a16="http://schemas.microsoft.com/office/drawing/2014/main" val="10002"/>
                  </a:ext>
                </a:extLst>
              </a:tr>
              <a:tr h="1143000">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tc>
                  <a:txBody>
                    <a:bodyPr/>
                    <a:lstStyle/>
                    <a:p>
                      <a:pPr algn="l">
                        <a:defRPr sz="900"/>
                      </a:pPr>
                      <a:endParaRPr sz="120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42488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CB76-2509-A4FF-2AAE-32A0B3A73D0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67EAEAE1-477D-9CA0-6446-9463DD49D85E}"/>
              </a:ext>
            </a:extLst>
          </p:cNvPr>
          <p:cNvSpPr>
            <a:spLocks noGrp="1"/>
          </p:cNvSpPr>
          <p:nvPr>
            <p:ph type="body" sz="quarter" idx="16"/>
          </p:nvPr>
        </p:nvSpPr>
        <p:spPr/>
        <p:txBody>
          <a:bodyPr/>
          <a:lstStyle/>
          <a:p>
            <a:r>
              <a:rPr lang="en-GB" sz="6600"/>
              <a:t>L&amp;G Scope 3 Portfolio Analysis – Detailed Process Specification</a:t>
            </a:r>
          </a:p>
        </p:txBody>
      </p:sp>
      <p:sp>
        <p:nvSpPr>
          <p:cNvPr id="4" name="Text Placeholder 3">
            <a:extLst>
              <a:ext uri="{FF2B5EF4-FFF2-40B4-BE49-F238E27FC236}">
                <a16:creationId xmlns:a16="http://schemas.microsoft.com/office/drawing/2014/main" id="{58A03522-11C7-7B8C-DB7C-E82E44015292}"/>
              </a:ext>
            </a:extLst>
          </p:cNvPr>
          <p:cNvSpPr>
            <a:spLocks noGrp="1"/>
          </p:cNvSpPr>
          <p:nvPr>
            <p:ph type="body" sz="quarter" idx="13"/>
          </p:nvPr>
        </p:nvSpPr>
        <p:spPr/>
        <p:txBody>
          <a:bodyPr/>
          <a:lstStyle/>
          <a:p>
            <a:endParaRPr lang="en-GB"/>
          </a:p>
        </p:txBody>
      </p:sp>
      <p:sp>
        <p:nvSpPr>
          <p:cNvPr id="7" name="Text Placeholder 6">
            <a:extLst>
              <a:ext uri="{FF2B5EF4-FFF2-40B4-BE49-F238E27FC236}">
                <a16:creationId xmlns:a16="http://schemas.microsoft.com/office/drawing/2014/main" id="{B219CD13-46BC-1E6C-561D-B2E9ECA7418A}"/>
              </a:ext>
            </a:extLst>
          </p:cNvPr>
          <p:cNvSpPr>
            <a:spLocks noGrp="1"/>
          </p:cNvSpPr>
          <p:nvPr>
            <p:ph type="body" sz="quarter" idx="17"/>
          </p:nvPr>
        </p:nvSpPr>
        <p:spPr/>
        <p:txBody>
          <a:bodyPr/>
          <a:lstStyle/>
          <a:p>
            <a:endParaRPr lang="en-GB"/>
          </a:p>
        </p:txBody>
      </p:sp>
      <p:sp>
        <p:nvSpPr>
          <p:cNvPr id="3" name="Text Placeholder 2">
            <a:extLst>
              <a:ext uri="{FF2B5EF4-FFF2-40B4-BE49-F238E27FC236}">
                <a16:creationId xmlns:a16="http://schemas.microsoft.com/office/drawing/2014/main" id="{13296C18-0D98-30B5-E685-7DE7F7C90A90}"/>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2285792535"/>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D56A-3F8D-48E2-E8FE-93DE23BF22C2}"/>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12741D81-4EC3-1230-D24B-284DBE496A2D}"/>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Portfolio Analysis (Light Green Only)</a:t>
            </a:r>
            <a:endParaRPr lang="en-GB" sz="2800" b="1">
              <a:solidFill>
                <a:srgbClr val="FF462D"/>
              </a:solidFill>
              <a:cs typeface="Arial"/>
            </a:endParaRPr>
          </a:p>
        </p:txBody>
      </p:sp>
      <p:sp>
        <p:nvSpPr>
          <p:cNvPr id="2" name="Hexagon 1">
            <a:extLst>
              <a:ext uri="{FF2B5EF4-FFF2-40B4-BE49-F238E27FC236}">
                <a16:creationId xmlns:a16="http://schemas.microsoft.com/office/drawing/2014/main" id="{3D88C6E6-375D-8D25-BE02-59BBE44CF7C9}"/>
              </a:ext>
            </a:extLst>
          </p:cNvPr>
          <p:cNvSpPr/>
          <p:nvPr/>
        </p:nvSpPr>
        <p:spPr>
          <a:xfrm>
            <a:off x="1076700" y="2632535"/>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Scope 3 Data Acquisition</a:t>
            </a:r>
          </a:p>
        </p:txBody>
      </p:sp>
      <p:sp>
        <p:nvSpPr>
          <p:cNvPr id="4" name="Hexagon 3">
            <a:extLst>
              <a:ext uri="{FF2B5EF4-FFF2-40B4-BE49-F238E27FC236}">
                <a16:creationId xmlns:a16="http://schemas.microsoft.com/office/drawing/2014/main" id="{51BCF16D-7387-35A4-888C-8A186AA9E1B7}"/>
              </a:ext>
            </a:extLst>
          </p:cNvPr>
          <p:cNvSpPr/>
          <p:nvPr/>
        </p:nvSpPr>
        <p:spPr>
          <a:xfrm>
            <a:off x="2278619" y="3310854"/>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Data Preparation &amp; Validation</a:t>
            </a:r>
          </a:p>
        </p:txBody>
      </p:sp>
      <p:sp>
        <p:nvSpPr>
          <p:cNvPr id="5" name="Hexagon 4">
            <a:extLst>
              <a:ext uri="{FF2B5EF4-FFF2-40B4-BE49-F238E27FC236}">
                <a16:creationId xmlns:a16="http://schemas.microsoft.com/office/drawing/2014/main" id="{2C69F85C-CEF8-6D68-06C7-3CCDA178D4FE}"/>
              </a:ext>
            </a:extLst>
          </p:cNvPr>
          <p:cNvSpPr/>
          <p:nvPr/>
        </p:nvSpPr>
        <p:spPr>
          <a:xfrm>
            <a:off x="3536696" y="2670438"/>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Emissions Calculation</a:t>
            </a:r>
          </a:p>
        </p:txBody>
      </p:sp>
      <p:sp>
        <p:nvSpPr>
          <p:cNvPr id="6" name="Hexagon 5">
            <a:extLst>
              <a:ext uri="{FF2B5EF4-FFF2-40B4-BE49-F238E27FC236}">
                <a16:creationId xmlns:a16="http://schemas.microsoft.com/office/drawing/2014/main" id="{74F6C7A8-EAA0-F75E-0EF9-97483293B489}"/>
              </a:ext>
            </a:extLst>
          </p:cNvPr>
          <p:cNvSpPr/>
          <p:nvPr/>
        </p:nvSpPr>
        <p:spPr>
          <a:xfrm>
            <a:off x="4804787" y="3370247"/>
            <a:ext cx="1440000" cy="1152000"/>
          </a:xfrm>
          <a:prstGeom prst="hexagon">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a:solidFill>
                  <a:schemeClr val="tx1"/>
                </a:solidFill>
              </a:rPr>
              <a:t>Reporting &amp; Publication</a:t>
            </a:r>
          </a:p>
        </p:txBody>
      </p:sp>
      <p:sp>
        <p:nvSpPr>
          <p:cNvPr id="7" name="Hexagon 6">
            <a:extLst>
              <a:ext uri="{FF2B5EF4-FFF2-40B4-BE49-F238E27FC236}">
                <a16:creationId xmlns:a16="http://schemas.microsoft.com/office/drawing/2014/main" id="{63E0F557-97D9-E782-053F-73775807CE97}"/>
              </a:ext>
            </a:extLst>
          </p:cNvPr>
          <p:cNvSpPr/>
          <p:nvPr/>
        </p:nvSpPr>
        <p:spPr>
          <a:xfrm>
            <a:off x="3546710" y="3988793"/>
            <a:ext cx="1440000" cy="1152000"/>
          </a:xfrm>
          <a:prstGeom prst="hexagon">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Assurance &amp; Audit Trail</a:t>
            </a:r>
          </a:p>
        </p:txBody>
      </p:sp>
      <p:sp>
        <p:nvSpPr>
          <p:cNvPr id="12" name="TextBox 11">
            <a:extLst>
              <a:ext uri="{FF2B5EF4-FFF2-40B4-BE49-F238E27FC236}">
                <a16:creationId xmlns:a16="http://schemas.microsoft.com/office/drawing/2014/main" id="{B5F2449C-491D-81AE-38C0-20F2357BD695}"/>
              </a:ext>
            </a:extLst>
          </p:cNvPr>
          <p:cNvSpPr txBox="1"/>
          <p:nvPr/>
        </p:nvSpPr>
        <p:spPr>
          <a:xfrm>
            <a:off x="8960298" y="1700491"/>
            <a:ext cx="3231702" cy="830997"/>
          </a:xfrm>
          <a:prstGeom prst="rect">
            <a:avLst/>
          </a:prstGeom>
          <a:noFill/>
        </p:spPr>
        <p:txBody>
          <a:bodyPr wrap="square">
            <a:spAutoFit/>
          </a:bodyPr>
          <a:lstStyle/>
          <a:p>
            <a:pPr algn="l"/>
            <a:r>
              <a:rPr lang="en-GB" sz="1600" b="1" i="0" u="none" strike="noStrike">
                <a:solidFill>
                  <a:srgbClr val="000000"/>
                </a:solidFill>
                <a:effectLst/>
              </a:rPr>
              <a:t>Data Acquisition Agents</a:t>
            </a:r>
            <a:r>
              <a:rPr lang="en-GB" sz="1600" b="0" i="0" u="none" strike="noStrike">
                <a:solidFill>
                  <a:srgbClr val="000000"/>
                </a:solidFill>
                <a:effectLst/>
              </a:rPr>
              <a:t>: Handle ERP/API integrations, interface  </a:t>
            </a:r>
            <a:r>
              <a:rPr lang="en-GB" sz="1600">
                <a:solidFill>
                  <a:srgbClr val="000000"/>
                </a:solidFill>
              </a:rPr>
              <a:t>to </a:t>
            </a:r>
            <a:r>
              <a:rPr lang="en-GB" sz="1600" b="0" i="0" u="none" strike="noStrike">
                <a:solidFill>
                  <a:srgbClr val="000000"/>
                </a:solidFill>
                <a:effectLst/>
              </a:rPr>
              <a:t>supplier portals etc</a:t>
            </a:r>
          </a:p>
        </p:txBody>
      </p:sp>
      <p:sp>
        <p:nvSpPr>
          <p:cNvPr id="13" name="Rectangle 12">
            <a:extLst>
              <a:ext uri="{FF2B5EF4-FFF2-40B4-BE49-F238E27FC236}">
                <a16:creationId xmlns:a16="http://schemas.microsoft.com/office/drawing/2014/main" id="{9B2FC739-22EA-12B1-0D4F-C3D4B69D255D}"/>
              </a:ext>
            </a:extLst>
          </p:cNvPr>
          <p:cNvSpPr/>
          <p:nvPr/>
        </p:nvSpPr>
        <p:spPr>
          <a:xfrm>
            <a:off x="120024" y="1577341"/>
            <a:ext cx="2464496"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Scope 3 Data Acquisition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Identify Relevant Categories</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Internal Data Sourcing</a:t>
            </a:r>
          </a:p>
          <a:p>
            <a:pPr marL="285750" indent="-285750">
              <a:buFont typeface="Arial" panose="020B0604020202020204" pitchFamily="34" charset="0"/>
              <a:buChar char="•"/>
              <a:defRPr sz="1600" b="1">
                <a:solidFill>
                  <a:srgbClr val="FFFFFF"/>
                </a:solidFill>
              </a:defRPr>
            </a:pPr>
            <a:r>
              <a:rPr lang="en-GB" sz="1300" dirty="0">
                <a:solidFill>
                  <a:schemeClr val="tx2"/>
                </a:solidFill>
              </a:rPr>
              <a:t>External Data Sourcing</a:t>
            </a:r>
          </a:p>
        </p:txBody>
      </p:sp>
      <p:sp>
        <p:nvSpPr>
          <p:cNvPr id="15" name="Rectangle 14">
            <a:extLst>
              <a:ext uri="{FF2B5EF4-FFF2-40B4-BE49-F238E27FC236}">
                <a16:creationId xmlns:a16="http://schemas.microsoft.com/office/drawing/2014/main" id="{87256262-4D85-01F1-4F35-4474B7A0386D}"/>
              </a:ext>
            </a:extLst>
          </p:cNvPr>
          <p:cNvSpPr/>
          <p:nvPr/>
        </p:nvSpPr>
        <p:spPr>
          <a:xfrm>
            <a:off x="465933" y="4708764"/>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Data Preparation &amp; Validation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Data Cleaning &amp; </a:t>
            </a:r>
            <a:r>
              <a:rPr lang="en-GB" sz="1300" b="1" dirty="0">
                <a:solidFill>
                  <a:schemeClr val="tx2"/>
                </a:solidFill>
              </a:rPr>
              <a:t>Harmonisation</a:t>
            </a:r>
          </a:p>
          <a:p>
            <a:pPr marL="285750" indent="-285750">
              <a:buFont typeface="Arial" panose="020B0604020202020204" pitchFamily="34" charset="0"/>
              <a:buChar char="•"/>
              <a:defRPr sz="1600" b="1">
                <a:solidFill>
                  <a:srgbClr val="FFFFFF"/>
                </a:solidFill>
              </a:defRPr>
            </a:pPr>
            <a:r>
              <a:rPr lang="en-GB" sz="1300" b="1" dirty="0">
                <a:solidFill>
                  <a:schemeClr val="tx2"/>
                </a:solidFill>
              </a:rPr>
              <a:t>Data Gap Identification</a:t>
            </a:r>
          </a:p>
          <a:p>
            <a:pPr marL="285750" indent="-285750">
              <a:buFont typeface="Arial" panose="020B0604020202020204" pitchFamily="34" charset="0"/>
              <a:buChar char="•"/>
              <a:defRPr sz="1600" b="1">
                <a:solidFill>
                  <a:srgbClr val="FFFFFF"/>
                </a:solidFill>
              </a:defRPr>
            </a:pPr>
            <a:r>
              <a:rPr lang="en-GB" sz="1300" b="1" dirty="0">
                <a:solidFill>
                  <a:schemeClr val="tx2"/>
                </a:solidFill>
              </a:rPr>
              <a:t>Data Validation	</a:t>
            </a:r>
            <a:r>
              <a:rPr lang="en-GB" sz="1300" dirty="0">
                <a:solidFill>
                  <a:schemeClr val="tx2"/>
                </a:solidFill>
              </a:rPr>
              <a:t>	</a:t>
            </a:r>
          </a:p>
        </p:txBody>
      </p:sp>
      <p:sp>
        <p:nvSpPr>
          <p:cNvPr id="16" name="Rectangle 15">
            <a:extLst>
              <a:ext uri="{FF2B5EF4-FFF2-40B4-BE49-F238E27FC236}">
                <a16:creationId xmlns:a16="http://schemas.microsoft.com/office/drawing/2014/main" id="{98540F31-413B-CF3D-9534-E1082EB721F3}"/>
              </a:ext>
            </a:extLst>
          </p:cNvPr>
          <p:cNvSpPr/>
          <p:nvPr/>
        </p:nvSpPr>
        <p:spPr>
          <a:xfrm>
            <a:off x="2749260" y="1577341"/>
            <a:ext cx="2464496"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Emissions Calculation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Apply Emission Factors</a:t>
            </a:r>
          </a:p>
          <a:p>
            <a:pPr marL="285750" indent="-285750">
              <a:buFont typeface="Arial" panose="020B0604020202020204" pitchFamily="34" charset="0"/>
              <a:buChar char="•"/>
              <a:defRPr sz="1600" b="1">
                <a:solidFill>
                  <a:srgbClr val="FFFFFF"/>
                </a:solidFill>
              </a:defRPr>
            </a:pPr>
            <a:r>
              <a:rPr lang="en-GB" sz="1300" dirty="0">
                <a:solidFill>
                  <a:schemeClr val="tx2"/>
                </a:solidFill>
              </a:rPr>
              <a:t>Category Aggregation</a:t>
            </a:r>
          </a:p>
        </p:txBody>
      </p:sp>
      <p:sp>
        <p:nvSpPr>
          <p:cNvPr id="17" name="Rectangle 16">
            <a:extLst>
              <a:ext uri="{FF2B5EF4-FFF2-40B4-BE49-F238E27FC236}">
                <a16:creationId xmlns:a16="http://schemas.microsoft.com/office/drawing/2014/main" id="{12FE99F6-70E7-FD9A-16C6-2672CFD5F804}"/>
              </a:ext>
            </a:extLst>
          </p:cNvPr>
          <p:cNvSpPr/>
          <p:nvPr/>
        </p:nvSpPr>
        <p:spPr>
          <a:xfrm>
            <a:off x="3788268" y="5297575"/>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Assurance &amp; Audit Trail</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Internal Review</a:t>
            </a:r>
          </a:p>
          <a:p>
            <a:pPr marL="285750" indent="-285750">
              <a:buFont typeface="Arial" panose="020B0604020202020204" pitchFamily="34" charset="0"/>
              <a:buChar char="•"/>
              <a:defRPr sz="1600" b="1">
                <a:solidFill>
                  <a:srgbClr val="FFFFFF"/>
                </a:solidFill>
              </a:defRPr>
            </a:pPr>
            <a:r>
              <a:rPr lang="en-GB" sz="1300" dirty="0">
                <a:solidFill>
                  <a:schemeClr val="tx2"/>
                </a:solidFill>
              </a:rPr>
              <a:t>External Assurance Support	</a:t>
            </a:r>
          </a:p>
        </p:txBody>
      </p:sp>
      <p:sp>
        <p:nvSpPr>
          <p:cNvPr id="18" name="Rectangle 17">
            <a:extLst>
              <a:ext uri="{FF2B5EF4-FFF2-40B4-BE49-F238E27FC236}">
                <a16:creationId xmlns:a16="http://schemas.microsoft.com/office/drawing/2014/main" id="{6CFE225C-B354-49B1-4464-CE856B45D6B3}"/>
              </a:ext>
            </a:extLst>
          </p:cNvPr>
          <p:cNvSpPr/>
          <p:nvPr/>
        </p:nvSpPr>
        <p:spPr>
          <a:xfrm>
            <a:off x="5156606" y="2214923"/>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a:solidFill>
                  <a:schemeClr val="tx2"/>
                </a:solidFill>
              </a:rPr>
              <a:t>Reporting &amp; Publication</a:t>
            </a:r>
          </a:p>
          <a:p>
            <a:pPr marL="285750" indent="-285750">
              <a:buFont typeface="Arial" panose="020B0604020202020204" pitchFamily="34" charset="0"/>
              <a:buChar char="•"/>
              <a:defRPr sz="1600" b="1">
                <a:solidFill>
                  <a:srgbClr val="FFFFFF"/>
                </a:solidFill>
              </a:defRPr>
            </a:pPr>
            <a:r>
              <a:rPr lang="en-GB" sz="1300">
                <a:solidFill>
                  <a:schemeClr val="tx2"/>
                </a:solidFill>
              </a:rPr>
              <a:t>Disclosure Preparation</a:t>
            </a:r>
          </a:p>
          <a:p>
            <a:pPr marL="285750" indent="-285750">
              <a:buFont typeface="Arial" panose="020B0604020202020204" pitchFamily="34" charset="0"/>
              <a:buChar char="•"/>
              <a:defRPr sz="1600" b="1">
                <a:solidFill>
                  <a:srgbClr val="FFFFFF"/>
                </a:solidFill>
              </a:defRPr>
            </a:pPr>
            <a:r>
              <a:rPr lang="en-GB" sz="1300">
                <a:solidFill>
                  <a:schemeClr val="tx2"/>
                </a:solidFill>
              </a:rPr>
              <a:t>Integration into Annual Report / Sustainability Report	</a:t>
            </a:r>
          </a:p>
        </p:txBody>
      </p:sp>
      <p:sp>
        <p:nvSpPr>
          <p:cNvPr id="19" name="Rectangle 18">
            <a:extLst>
              <a:ext uri="{FF2B5EF4-FFF2-40B4-BE49-F238E27FC236}">
                <a16:creationId xmlns:a16="http://schemas.microsoft.com/office/drawing/2014/main" id="{5AC880D1-7CA2-72D4-3A82-51BB755F689A}"/>
              </a:ext>
            </a:extLst>
          </p:cNvPr>
          <p:cNvSpPr/>
          <p:nvPr/>
        </p:nvSpPr>
        <p:spPr>
          <a:xfrm>
            <a:off x="7290" y="812055"/>
            <a:ext cx="7919719" cy="64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4"/>
                </a:solidFill>
              </a:rPr>
              <a:t>End to End Workflow Perspective</a:t>
            </a:r>
            <a:endParaRPr lang="en-US" sz="2400" b="1" baseline="30000" dirty="0">
              <a:solidFill>
                <a:schemeClr val="accent4"/>
              </a:solidFill>
            </a:endParaRPr>
          </a:p>
        </p:txBody>
      </p:sp>
      <p:sp>
        <p:nvSpPr>
          <p:cNvPr id="20" name="Rectangle 19">
            <a:extLst>
              <a:ext uri="{FF2B5EF4-FFF2-40B4-BE49-F238E27FC236}">
                <a16:creationId xmlns:a16="http://schemas.microsoft.com/office/drawing/2014/main" id="{7FD03AB6-A249-7FA5-F48F-3C14FA4F50ED}"/>
              </a:ext>
            </a:extLst>
          </p:cNvPr>
          <p:cNvSpPr/>
          <p:nvPr/>
        </p:nvSpPr>
        <p:spPr>
          <a:xfrm>
            <a:off x="8180475" y="812055"/>
            <a:ext cx="4011525" cy="64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accent4"/>
                </a:solidFill>
              </a:rPr>
              <a:t>Agentic AI Functional Design </a:t>
            </a:r>
          </a:p>
        </p:txBody>
      </p:sp>
      <p:sp>
        <p:nvSpPr>
          <p:cNvPr id="27" name="TextBox 26">
            <a:extLst>
              <a:ext uri="{FF2B5EF4-FFF2-40B4-BE49-F238E27FC236}">
                <a16:creationId xmlns:a16="http://schemas.microsoft.com/office/drawing/2014/main" id="{CC77065C-3DB6-A000-F923-DC6E652BC9F5}"/>
              </a:ext>
            </a:extLst>
          </p:cNvPr>
          <p:cNvSpPr txBox="1"/>
          <p:nvPr/>
        </p:nvSpPr>
        <p:spPr>
          <a:xfrm>
            <a:off x="8960298" y="5445874"/>
            <a:ext cx="3231702" cy="830997"/>
          </a:xfrm>
          <a:prstGeom prst="rect">
            <a:avLst/>
          </a:prstGeom>
          <a:noFill/>
        </p:spPr>
        <p:txBody>
          <a:bodyPr wrap="square">
            <a:spAutoFit/>
          </a:bodyPr>
          <a:lstStyle/>
          <a:p>
            <a:pPr algn="l"/>
            <a:r>
              <a:rPr lang="en-GB" sz="1600" b="1" i="0" u="none" strike="noStrike" dirty="0">
                <a:solidFill>
                  <a:srgbClr val="000000"/>
                </a:solidFill>
                <a:effectLst/>
              </a:rPr>
              <a:t>Reporting Agents</a:t>
            </a:r>
            <a:r>
              <a:rPr lang="en-GB" sz="1600" b="0" i="0" u="none" strike="noStrike" dirty="0">
                <a:solidFill>
                  <a:srgbClr val="000000"/>
                </a:solidFill>
                <a:effectLst/>
              </a:rPr>
              <a:t>: Format, tag, and publish disclosure, not in scope (beyond summary dashboard)</a:t>
            </a:r>
          </a:p>
        </p:txBody>
      </p:sp>
      <p:sp>
        <p:nvSpPr>
          <p:cNvPr id="28" name="TextBox 27">
            <a:extLst>
              <a:ext uri="{FF2B5EF4-FFF2-40B4-BE49-F238E27FC236}">
                <a16:creationId xmlns:a16="http://schemas.microsoft.com/office/drawing/2014/main" id="{054D8240-47E9-8EEE-AB87-E7E29D9AC1F7}"/>
              </a:ext>
            </a:extLst>
          </p:cNvPr>
          <p:cNvSpPr txBox="1"/>
          <p:nvPr/>
        </p:nvSpPr>
        <p:spPr>
          <a:xfrm>
            <a:off x="8960298" y="2614923"/>
            <a:ext cx="3231702" cy="830997"/>
          </a:xfrm>
          <a:prstGeom prst="rect">
            <a:avLst/>
          </a:prstGeom>
          <a:noFill/>
        </p:spPr>
        <p:txBody>
          <a:bodyPr wrap="square">
            <a:spAutoFit/>
          </a:bodyPr>
          <a:lstStyle/>
          <a:p>
            <a:pPr algn="l"/>
            <a:r>
              <a:rPr lang="en-GB" sz="1600" b="1" i="0" u="none" strike="noStrike">
                <a:solidFill>
                  <a:srgbClr val="000000"/>
                </a:solidFill>
                <a:effectLst/>
              </a:rPr>
              <a:t>Data Validation Agents</a:t>
            </a:r>
            <a:r>
              <a:rPr lang="en-GB" sz="1600" b="0" i="0" u="none" strike="noStrike">
                <a:solidFill>
                  <a:srgbClr val="000000"/>
                </a:solidFill>
                <a:effectLst/>
              </a:rPr>
              <a:t>: Run harmonisation, QA, anomaly detection</a:t>
            </a:r>
          </a:p>
        </p:txBody>
      </p:sp>
      <p:sp>
        <p:nvSpPr>
          <p:cNvPr id="29" name="TextBox 28">
            <a:extLst>
              <a:ext uri="{FF2B5EF4-FFF2-40B4-BE49-F238E27FC236}">
                <a16:creationId xmlns:a16="http://schemas.microsoft.com/office/drawing/2014/main" id="{CDA0116E-211F-650C-AEB4-8B24C2685EE4}"/>
              </a:ext>
            </a:extLst>
          </p:cNvPr>
          <p:cNvSpPr txBox="1"/>
          <p:nvPr/>
        </p:nvSpPr>
        <p:spPr>
          <a:xfrm>
            <a:off x="8960298" y="3556343"/>
            <a:ext cx="3231702" cy="830997"/>
          </a:xfrm>
          <a:prstGeom prst="rect">
            <a:avLst/>
          </a:prstGeom>
          <a:noFill/>
        </p:spPr>
        <p:txBody>
          <a:bodyPr wrap="square">
            <a:spAutoFit/>
          </a:bodyPr>
          <a:lstStyle/>
          <a:p>
            <a:pPr algn="l"/>
            <a:r>
              <a:rPr lang="en-GB" sz="1600" b="1" i="0" u="none" strike="noStrike">
                <a:solidFill>
                  <a:srgbClr val="000000"/>
                </a:solidFill>
                <a:effectLst/>
              </a:rPr>
              <a:t>Emission Calculation Agents</a:t>
            </a:r>
            <a:r>
              <a:rPr lang="en-GB" sz="1600" b="0" i="0" u="none" strike="noStrike">
                <a:solidFill>
                  <a:srgbClr val="000000"/>
                </a:solidFill>
                <a:effectLst/>
              </a:rPr>
              <a:t>: Map to Emission Factors (EFs), perform category aggregation</a:t>
            </a:r>
          </a:p>
        </p:txBody>
      </p:sp>
      <p:sp>
        <p:nvSpPr>
          <p:cNvPr id="30" name="TextBox 29">
            <a:extLst>
              <a:ext uri="{FF2B5EF4-FFF2-40B4-BE49-F238E27FC236}">
                <a16:creationId xmlns:a16="http://schemas.microsoft.com/office/drawing/2014/main" id="{89DF426A-38F7-9D8D-7BDD-8480AD291666}"/>
              </a:ext>
            </a:extLst>
          </p:cNvPr>
          <p:cNvSpPr txBox="1"/>
          <p:nvPr/>
        </p:nvSpPr>
        <p:spPr>
          <a:xfrm>
            <a:off x="8960298" y="4576183"/>
            <a:ext cx="3231702" cy="584775"/>
          </a:xfrm>
          <a:prstGeom prst="rect">
            <a:avLst/>
          </a:prstGeom>
          <a:noFill/>
        </p:spPr>
        <p:txBody>
          <a:bodyPr wrap="square">
            <a:spAutoFit/>
          </a:bodyPr>
          <a:lstStyle/>
          <a:p>
            <a:pPr algn="l"/>
            <a:r>
              <a:rPr lang="en-GB" sz="1600" b="1" i="0" u="none" strike="noStrike">
                <a:solidFill>
                  <a:srgbClr val="000000"/>
                </a:solidFill>
                <a:effectLst/>
              </a:rPr>
              <a:t>Assurance Agents</a:t>
            </a:r>
            <a:r>
              <a:rPr lang="en-GB" sz="1600" b="0" i="0" u="none" strike="noStrike">
                <a:solidFill>
                  <a:srgbClr val="000000"/>
                </a:solidFill>
                <a:effectLst/>
              </a:rPr>
              <a:t>: Compile evidence packs, track lineage</a:t>
            </a:r>
          </a:p>
        </p:txBody>
      </p:sp>
      <p:sp>
        <p:nvSpPr>
          <p:cNvPr id="31" name="Hexagon 30">
            <a:extLst>
              <a:ext uri="{FF2B5EF4-FFF2-40B4-BE49-F238E27FC236}">
                <a16:creationId xmlns:a16="http://schemas.microsoft.com/office/drawing/2014/main" id="{BC8F3433-84C1-176B-9DE9-9FA7EE92282E}"/>
              </a:ext>
            </a:extLst>
          </p:cNvPr>
          <p:cNvSpPr/>
          <p:nvPr/>
        </p:nvSpPr>
        <p:spPr>
          <a:xfrm>
            <a:off x="6297701" y="74618"/>
            <a:ext cx="1340362" cy="218603"/>
          </a:xfrm>
          <a:prstGeom prst="hexagon">
            <a:avLst>
              <a:gd name="adj" fmla="val 0"/>
              <a:gd name="vf" fmla="val 11547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Data </a:t>
            </a:r>
          </a:p>
        </p:txBody>
      </p:sp>
      <p:sp>
        <p:nvSpPr>
          <p:cNvPr id="32" name="Hexagon 31">
            <a:extLst>
              <a:ext uri="{FF2B5EF4-FFF2-40B4-BE49-F238E27FC236}">
                <a16:creationId xmlns:a16="http://schemas.microsoft.com/office/drawing/2014/main" id="{B69E96D1-82E9-2B6F-1BF5-FDC13177170A}"/>
              </a:ext>
            </a:extLst>
          </p:cNvPr>
          <p:cNvSpPr/>
          <p:nvPr/>
        </p:nvSpPr>
        <p:spPr>
          <a:xfrm>
            <a:off x="7721341" y="83592"/>
            <a:ext cx="1340362" cy="218603"/>
          </a:xfrm>
          <a:prstGeom prst="hexagon">
            <a:avLst>
              <a:gd name="adj" fmla="val 0"/>
              <a:gd name="vf" fmla="val 11547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bg1"/>
                </a:solidFill>
              </a:rPr>
              <a:t>Investment</a:t>
            </a:r>
            <a:r>
              <a:rPr lang="en-US" sz="800">
                <a:solidFill>
                  <a:schemeClr val="tx1"/>
                </a:solidFill>
              </a:rPr>
              <a:t>  </a:t>
            </a:r>
          </a:p>
        </p:txBody>
      </p:sp>
      <p:sp>
        <p:nvSpPr>
          <p:cNvPr id="33" name="Hexagon 32">
            <a:extLst>
              <a:ext uri="{FF2B5EF4-FFF2-40B4-BE49-F238E27FC236}">
                <a16:creationId xmlns:a16="http://schemas.microsoft.com/office/drawing/2014/main" id="{68294DF3-A5CA-2812-B024-386606CF42DC}"/>
              </a:ext>
            </a:extLst>
          </p:cNvPr>
          <p:cNvSpPr/>
          <p:nvPr/>
        </p:nvSpPr>
        <p:spPr>
          <a:xfrm>
            <a:off x="9150069" y="87381"/>
            <a:ext cx="1340362" cy="218603"/>
          </a:xfrm>
          <a:prstGeom prst="hexagon">
            <a:avLst>
              <a:gd name="adj" fmla="val 0"/>
              <a:gd name="vf" fmla="val 11547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Climate and nature  </a:t>
            </a:r>
          </a:p>
        </p:txBody>
      </p:sp>
      <p:sp>
        <p:nvSpPr>
          <p:cNvPr id="35" name="Hexagon 34">
            <a:extLst>
              <a:ext uri="{FF2B5EF4-FFF2-40B4-BE49-F238E27FC236}">
                <a16:creationId xmlns:a16="http://schemas.microsoft.com/office/drawing/2014/main" id="{9A2480C0-59A1-BFC5-E6F2-B281489220F2}"/>
              </a:ext>
            </a:extLst>
          </p:cNvPr>
          <p:cNvSpPr/>
          <p:nvPr/>
        </p:nvSpPr>
        <p:spPr>
          <a:xfrm>
            <a:off x="10581032" y="84828"/>
            <a:ext cx="1340362" cy="218603"/>
          </a:xfrm>
          <a:prstGeom prst="hexagon">
            <a:avLst>
              <a:gd name="adj" fmla="val 0"/>
              <a:gd name="vf" fmla="val 11547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Reporting </a:t>
            </a:r>
          </a:p>
        </p:txBody>
      </p:sp>
      <p:sp>
        <p:nvSpPr>
          <p:cNvPr id="11" name="Oval 10">
            <a:extLst>
              <a:ext uri="{FF2B5EF4-FFF2-40B4-BE49-F238E27FC236}">
                <a16:creationId xmlns:a16="http://schemas.microsoft.com/office/drawing/2014/main" id="{3106DE18-8AE7-BA5C-21FA-8B2A2A169829}"/>
              </a:ext>
            </a:extLst>
          </p:cNvPr>
          <p:cNvSpPr/>
          <p:nvPr/>
        </p:nvSpPr>
        <p:spPr>
          <a:xfrm>
            <a:off x="8180474" y="1807467"/>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5D770D8-0138-6F40-7359-9FEAB0E60A81}"/>
              </a:ext>
            </a:extLst>
          </p:cNvPr>
          <p:cNvSpPr/>
          <p:nvPr/>
        </p:nvSpPr>
        <p:spPr>
          <a:xfrm>
            <a:off x="8180474" y="2707085"/>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72A6AE1-0F6B-9630-EE89-BF2DA7D3AC87}"/>
              </a:ext>
            </a:extLst>
          </p:cNvPr>
          <p:cNvSpPr/>
          <p:nvPr/>
        </p:nvSpPr>
        <p:spPr>
          <a:xfrm>
            <a:off x="8180474" y="3606703"/>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621D40E-F736-27D5-3BDE-057CE7A0F576}"/>
              </a:ext>
            </a:extLst>
          </p:cNvPr>
          <p:cNvSpPr/>
          <p:nvPr/>
        </p:nvSpPr>
        <p:spPr>
          <a:xfrm>
            <a:off x="8180474" y="5405939"/>
            <a:ext cx="648000" cy="648000"/>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FFE48FB2-DD82-FE14-5219-A09BEFD78CED}"/>
              </a:ext>
            </a:extLst>
          </p:cNvPr>
          <p:cNvGrpSpPr/>
          <p:nvPr/>
        </p:nvGrpSpPr>
        <p:grpSpPr>
          <a:xfrm>
            <a:off x="8170375" y="4492793"/>
            <a:ext cx="649817" cy="653282"/>
            <a:chOff x="7502863" y="4492793"/>
            <a:chExt cx="649817" cy="653282"/>
          </a:xfrm>
        </p:grpSpPr>
        <p:sp>
          <p:nvSpPr>
            <p:cNvPr id="37" name="Oval 36">
              <a:extLst>
                <a:ext uri="{FF2B5EF4-FFF2-40B4-BE49-F238E27FC236}">
                  <a16:creationId xmlns:a16="http://schemas.microsoft.com/office/drawing/2014/main" id="{EB509D85-7BBA-E3BB-EE96-280D97085785}"/>
                </a:ext>
              </a:extLst>
            </p:cNvPr>
            <p:cNvSpPr/>
            <p:nvPr/>
          </p:nvSpPr>
          <p:spPr>
            <a:xfrm>
              <a:off x="7502863" y="4492793"/>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hord 37">
              <a:extLst>
                <a:ext uri="{FF2B5EF4-FFF2-40B4-BE49-F238E27FC236}">
                  <a16:creationId xmlns:a16="http://schemas.microsoft.com/office/drawing/2014/main" id="{5F8B9D4C-0E94-A83B-CBA7-6826DC7D6A53}"/>
                </a:ext>
              </a:extLst>
            </p:cNvPr>
            <p:cNvSpPr/>
            <p:nvPr/>
          </p:nvSpPr>
          <p:spPr>
            <a:xfrm rot="17162207">
              <a:off x="7512098" y="4505492"/>
              <a:ext cx="633600" cy="647565"/>
            </a:xfrm>
            <a:prstGeom prst="chord">
              <a:avLst>
                <a:gd name="adj1" fmla="val 4141481"/>
                <a:gd name="adj2" fmla="val 15597266"/>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2625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3849B-6491-F6EC-A1C6-6929E5124852}"/>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EA272F23-C8EE-7381-7519-541272C6B989}"/>
              </a:ext>
            </a:extLst>
          </p:cNvPr>
          <p:cNvSpPr>
            <a:spLocks noGrp="1"/>
          </p:cNvSpPr>
          <p:nvPr>
            <p:ph type="title"/>
          </p:nvPr>
        </p:nvSpPr>
        <p:spPr>
          <a:xfrm>
            <a:off x="228600" y="332740"/>
            <a:ext cx="11734800" cy="365760"/>
          </a:xfrm>
        </p:spPr>
        <p:txBody>
          <a:bodyPr/>
          <a:lstStyle/>
          <a:p>
            <a:r>
              <a:rPr lang="en-US" sz="2800" b="1" dirty="0">
                <a:solidFill>
                  <a:srgbClr val="FF462D"/>
                </a:solidFill>
                <a:cs typeface="Arial"/>
              </a:rPr>
              <a:t>Scope 3 Portfolio Analysis</a:t>
            </a:r>
            <a:endParaRPr lang="en-GB" sz="2800" b="1" dirty="0">
              <a:solidFill>
                <a:srgbClr val="FF462D"/>
              </a:solidFill>
              <a:cs typeface="Arial"/>
            </a:endParaRPr>
          </a:p>
        </p:txBody>
      </p:sp>
      <p:sp>
        <p:nvSpPr>
          <p:cNvPr id="2" name="Hexagon 1">
            <a:extLst>
              <a:ext uri="{FF2B5EF4-FFF2-40B4-BE49-F238E27FC236}">
                <a16:creationId xmlns:a16="http://schemas.microsoft.com/office/drawing/2014/main" id="{D569BCEA-738A-B628-8539-121EB2E9CF07}"/>
              </a:ext>
            </a:extLst>
          </p:cNvPr>
          <p:cNvSpPr/>
          <p:nvPr/>
        </p:nvSpPr>
        <p:spPr>
          <a:xfrm>
            <a:off x="1804063" y="2674099"/>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Scope 3 Data Acquisition</a:t>
            </a:r>
          </a:p>
        </p:txBody>
      </p:sp>
      <p:sp>
        <p:nvSpPr>
          <p:cNvPr id="4" name="Hexagon 3">
            <a:extLst>
              <a:ext uri="{FF2B5EF4-FFF2-40B4-BE49-F238E27FC236}">
                <a16:creationId xmlns:a16="http://schemas.microsoft.com/office/drawing/2014/main" id="{6DE93B1A-180A-03E5-7304-0510186E6F5F}"/>
              </a:ext>
            </a:extLst>
          </p:cNvPr>
          <p:cNvSpPr/>
          <p:nvPr/>
        </p:nvSpPr>
        <p:spPr>
          <a:xfrm>
            <a:off x="3005982" y="3352418"/>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Data Preparation &amp; Validation</a:t>
            </a:r>
          </a:p>
        </p:txBody>
      </p:sp>
      <p:sp>
        <p:nvSpPr>
          <p:cNvPr id="5" name="Hexagon 4">
            <a:extLst>
              <a:ext uri="{FF2B5EF4-FFF2-40B4-BE49-F238E27FC236}">
                <a16:creationId xmlns:a16="http://schemas.microsoft.com/office/drawing/2014/main" id="{3A032292-4A46-9278-CEDA-C1B123A4E0AD}"/>
              </a:ext>
            </a:extLst>
          </p:cNvPr>
          <p:cNvSpPr/>
          <p:nvPr/>
        </p:nvSpPr>
        <p:spPr>
          <a:xfrm>
            <a:off x="4264059" y="2712002"/>
            <a:ext cx="1440000" cy="1152000"/>
          </a:xfrm>
          <a:prstGeom prst="hex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Emissions Calculation</a:t>
            </a:r>
          </a:p>
        </p:txBody>
      </p:sp>
      <p:sp>
        <p:nvSpPr>
          <p:cNvPr id="7" name="Hexagon 6">
            <a:extLst>
              <a:ext uri="{FF2B5EF4-FFF2-40B4-BE49-F238E27FC236}">
                <a16:creationId xmlns:a16="http://schemas.microsoft.com/office/drawing/2014/main" id="{A7FF3D89-227A-9A34-4C3E-E5771E96BB65}"/>
              </a:ext>
            </a:extLst>
          </p:cNvPr>
          <p:cNvSpPr/>
          <p:nvPr/>
        </p:nvSpPr>
        <p:spPr>
          <a:xfrm>
            <a:off x="4274073" y="4030357"/>
            <a:ext cx="1440000" cy="1152000"/>
          </a:xfrm>
          <a:prstGeom prst="hexagon">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Assurance &amp; Audit Trail</a:t>
            </a:r>
          </a:p>
        </p:txBody>
      </p:sp>
      <p:sp>
        <p:nvSpPr>
          <p:cNvPr id="12" name="TextBox 11">
            <a:extLst>
              <a:ext uri="{FF2B5EF4-FFF2-40B4-BE49-F238E27FC236}">
                <a16:creationId xmlns:a16="http://schemas.microsoft.com/office/drawing/2014/main" id="{F01E2E95-A5DC-F6EF-D1D8-6074FAD1433F}"/>
              </a:ext>
            </a:extLst>
          </p:cNvPr>
          <p:cNvSpPr txBox="1"/>
          <p:nvPr/>
        </p:nvSpPr>
        <p:spPr>
          <a:xfrm>
            <a:off x="7999133" y="1785282"/>
            <a:ext cx="3231702" cy="830997"/>
          </a:xfrm>
          <a:prstGeom prst="rect">
            <a:avLst/>
          </a:prstGeom>
          <a:noFill/>
        </p:spPr>
        <p:txBody>
          <a:bodyPr wrap="square">
            <a:spAutoFit/>
          </a:bodyPr>
          <a:lstStyle/>
          <a:p>
            <a:pPr algn="l"/>
            <a:r>
              <a:rPr lang="en-GB" sz="1600" b="1" i="0" u="none" strike="noStrike" dirty="0">
                <a:solidFill>
                  <a:srgbClr val="000000"/>
                </a:solidFill>
                <a:effectLst/>
              </a:rPr>
              <a:t>Data Acquisition Agents</a:t>
            </a:r>
            <a:r>
              <a:rPr lang="en-GB" sz="1600" b="0" i="0" u="none" strike="noStrike" dirty="0">
                <a:solidFill>
                  <a:srgbClr val="000000"/>
                </a:solidFill>
                <a:effectLst/>
              </a:rPr>
              <a:t>: Handle internal and external integrations, interface to data suppliers etc</a:t>
            </a:r>
          </a:p>
        </p:txBody>
      </p:sp>
      <p:sp>
        <p:nvSpPr>
          <p:cNvPr id="13" name="Rectangle 12">
            <a:extLst>
              <a:ext uri="{FF2B5EF4-FFF2-40B4-BE49-F238E27FC236}">
                <a16:creationId xmlns:a16="http://schemas.microsoft.com/office/drawing/2014/main" id="{8AE918B2-D0E3-EA92-E407-161068421ED0}"/>
              </a:ext>
            </a:extLst>
          </p:cNvPr>
          <p:cNvSpPr/>
          <p:nvPr/>
        </p:nvSpPr>
        <p:spPr>
          <a:xfrm>
            <a:off x="847387" y="1618905"/>
            <a:ext cx="2464496"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Scope 3 Data Acquisition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Identify Relevant Categories</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Internal Data Sourcing</a:t>
            </a:r>
          </a:p>
          <a:p>
            <a:pPr marL="285750" indent="-285750">
              <a:buFont typeface="Arial" panose="020B0604020202020204" pitchFamily="34" charset="0"/>
              <a:buChar char="•"/>
              <a:defRPr sz="1600" b="1">
                <a:solidFill>
                  <a:srgbClr val="FFFFFF"/>
                </a:solidFill>
              </a:defRPr>
            </a:pPr>
            <a:r>
              <a:rPr lang="en-GB" sz="1300" dirty="0">
                <a:solidFill>
                  <a:schemeClr val="tx2"/>
                </a:solidFill>
              </a:rPr>
              <a:t>External Data Sourcing</a:t>
            </a:r>
          </a:p>
        </p:txBody>
      </p:sp>
      <p:sp>
        <p:nvSpPr>
          <p:cNvPr id="15" name="Rectangle 14">
            <a:extLst>
              <a:ext uri="{FF2B5EF4-FFF2-40B4-BE49-F238E27FC236}">
                <a16:creationId xmlns:a16="http://schemas.microsoft.com/office/drawing/2014/main" id="{F19FDEAC-69A5-FD19-8B0E-6A52C4B3A9E0}"/>
              </a:ext>
            </a:extLst>
          </p:cNvPr>
          <p:cNvSpPr/>
          <p:nvPr/>
        </p:nvSpPr>
        <p:spPr>
          <a:xfrm>
            <a:off x="1193296" y="4750328"/>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Data Preparation &amp; Validation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Data Cleaning &amp; </a:t>
            </a:r>
            <a:r>
              <a:rPr lang="en-GB" sz="1300" b="1" dirty="0">
                <a:solidFill>
                  <a:schemeClr val="tx2"/>
                </a:solidFill>
              </a:rPr>
              <a:t>Harmonisation</a:t>
            </a:r>
          </a:p>
          <a:p>
            <a:pPr marL="285750" indent="-285750">
              <a:buFont typeface="Arial" panose="020B0604020202020204" pitchFamily="34" charset="0"/>
              <a:buChar char="•"/>
              <a:defRPr sz="1600" b="1">
                <a:solidFill>
                  <a:srgbClr val="FFFFFF"/>
                </a:solidFill>
              </a:defRPr>
            </a:pPr>
            <a:r>
              <a:rPr lang="en-GB" sz="1300" b="1" dirty="0">
                <a:solidFill>
                  <a:schemeClr val="tx2"/>
                </a:solidFill>
              </a:rPr>
              <a:t>Data Gap Identification</a:t>
            </a:r>
          </a:p>
          <a:p>
            <a:pPr marL="285750" indent="-285750">
              <a:buFont typeface="Arial" panose="020B0604020202020204" pitchFamily="34" charset="0"/>
              <a:buChar char="•"/>
              <a:defRPr sz="1600" b="1">
                <a:solidFill>
                  <a:srgbClr val="FFFFFF"/>
                </a:solidFill>
              </a:defRPr>
            </a:pPr>
            <a:r>
              <a:rPr lang="en-GB" sz="1300" b="1" dirty="0">
                <a:solidFill>
                  <a:schemeClr val="tx2"/>
                </a:solidFill>
              </a:rPr>
              <a:t>Data Validation	</a:t>
            </a:r>
            <a:r>
              <a:rPr lang="en-GB" sz="1300" dirty="0">
                <a:solidFill>
                  <a:schemeClr val="tx2"/>
                </a:solidFill>
              </a:rPr>
              <a:t>	</a:t>
            </a:r>
          </a:p>
        </p:txBody>
      </p:sp>
      <p:sp>
        <p:nvSpPr>
          <p:cNvPr id="16" name="Rectangle 15">
            <a:extLst>
              <a:ext uri="{FF2B5EF4-FFF2-40B4-BE49-F238E27FC236}">
                <a16:creationId xmlns:a16="http://schemas.microsoft.com/office/drawing/2014/main" id="{55AEFA54-20CC-EC20-04CE-8BF458B20420}"/>
              </a:ext>
            </a:extLst>
          </p:cNvPr>
          <p:cNvSpPr/>
          <p:nvPr/>
        </p:nvSpPr>
        <p:spPr>
          <a:xfrm>
            <a:off x="3476623" y="1618905"/>
            <a:ext cx="2464496"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Emissions Calculation</a:t>
            </a:r>
          </a:p>
          <a:p>
            <a:pPr marL="285750" indent="-285750">
              <a:buFont typeface="Arial" panose="020B0604020202020204" pitchFamily="34" charset="0"/>
              <a:buChar char="•"/>
              <a:defRPr sz="1600" b="1">
                <a:solidFill>
                  <a:srgbClr val="FFFFFF"/>
                </a:solidFill>
              </a:defRPr>
            </a:pPr>
            <a:r>
              <a:rPr lang="en-GB" sz="1300" dirty="0">
                <a:solidFill>
                  <a:schemeClr val="tx2"/>
                </a:solidFill>
              </a:rPr>
              <a:t>Apply Emission Factors</a:t>
            </a:r>
          </a:p>
          <a:p>
            <a:pPr marL="285750" indent="-285750">
              <a:buFont typeface="Arial" panose="020B0604020202020204" pitchFamily="34" charset="0"/>
              <a:buChar char="•"/>
              <a:defRPr sz="1600" b="1">
                <a:solidFill>
                  <a:srgbClr val="FFFFFF"/>
                </a:solidFill>
              </a:defRPr>
            </a:pPr>
            <a:r>
              <a:rPr lang="en-GB" sz="1300" dirty="0">
                <a:solidFill>
                  <a:schemeClr val="tx2"/>
                </a:solidFill>
              </a:rPr>
              <a:t>Category Aggregation</a:t>
            </a:r>
          </a:p>
        </p:txBody>
      </p:sp>
      <p:sp>
        <p:nvSpPr>
          <p:cNvPr id="17" name="Rectangle 16">
            <a:extLst>
              <a:ext uri="{FF2B5EF4-FFF2-40B4-BE49-F238E27FC236}">
                <a16:creationId xmlns:a16="http://schemas.microsoft.com/office/drawing/2014/main" id="{3A48B6CB-EBB9-FAC2-4FA0-4679A123494C}"/>
              </a:ext>
            </a:extLst>
          </p:cNvPr>
          <p:cNvSpPr/>
          <p:nvPr/>
        </p:nvSpPr>
        <p:spPr>
          <a:xfrm>
            <a:off x="4490158" y="5245749"/>
            <a:ext cx="3043052"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defRPr sz="1600" b="1">
                <a:solidFill>
                  <a:srgbClr val="FFFFFF"/>
                </a:solidFill>
              </a:defRPr>
            </a:pPr>
            <a:r>
              <a:rPr lang="en-GB" dirty="0">
                <a:solidFill>
                  <a:schemeClr val="tx2"/>
                </a:solidFill>
              </a:rPr>
              <a:t>Assurance &amp; Audit Trail</a:t>
            </a:r>
          </a:p>
          <a:p>
            <a:pPr marL="285750" indent="-285750">
              <a:buFont typeface="Arial" panose="020B0604020202020204" pitchFamily="34" charset="0"/>
              <a:buChar char="•"/>
              <a:defRPr sz="1600" b="1">
                <a:solidFill>
                  <a:srgbClr val="FFFFFF"/>
                </a:solidFill>
              </a:defRPr>
            </a:pPr>
            <a:r>
              <a:rPr lang="en-GB" sz="1300" dirty="0">
                <a:solidFill>
                  <a:schemeClr val="tx2"/>
                </a:solidFill>
              </a:rPr>
              <a:t>Internal Review</a:t>
            </a:r>
          </a:p>
          <a:p>
            <a:pPr marL="285750" indent="-285750">
              <a:buFont typeface="Arial" panose="020B0604020202020204" pitchFamily="34" charset="0"/>
              <a:buChar char="•"/>
              <a:defRPr sz="1600" b="1">
                <a:solidFill>
                  <a:srgbClr val="FFFFFF"/>
                </a:solidFill>
              </a:defRPr>
            </a:pPr>
            <a:r>
              <a:rPr lang="en-GB" sz="1300" dirty="0">
                <a:solidFill>
                  <a:schemeClr val="tx2"/>
                </a:solidFill>
              </a:rPr>
              <a:t>External Assurance Support	</a:t>
            </a:r>
          </a:p>
        </p:txBody>
      </p:sp>
      <p:sp>
        <p:nvSpPr>
          <p:cNvPr id="19" name="Rectangle 18">
            <a:extLst>
              <a:ext uri="{FF2B5EF4-FFF2-40B4-BE49-F238E27FC236}">
                <a16:creationId xmlns:a16="http://schemas.microsoft.com/office/drawing/2014/main" id="{A1B187E4-6BFA-F9EC-3C70-79FC5FBD17D7}"/>
              </a:ext>
            </a:extLst>
          </p:cNvPr>
          <p:cNvSpPr/>
          <p:nvPr/>
        </p:nvSpPr>
        <p:spPr>
          <a:xfrm>
            <a:off x="734653" y="853619"/>
            <a:ext cx="6290411" cy="64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4"/>
                </a:solidFill>
              </a:rPr>
              <a:t>Scope 3 </a:t>
            </a:r>
            <a:r>
              <a:rPr lang="en-US" sz="2400" b="1">
                <a:solidFill>
                  <a:schemeClr val="accent4"/>
                </a:solidFill>
              </a:rPr>
              <a:t>Portfolio Analysis Workflow </a:t>
            </a:r>
            <a:r>
              <a:rPr lang="en-US" sz="2400" b="1" dirty="0">
                <a:solidFill>
                  <a:schemeClr val="accent4"/>
                </a:solidFill>
              </a:rPr>
              <a:t>Perspective</a:t>
            </a:r>
            <a:endParaRPr lang="en-US" sz="2400" b="1" baseline="30000" dirty="0">
              <a:solidFill>
                <a:schemeClr val="accent4"/>
              </a:solidFill>
            </a:endParaRPr>
          </a:p>
        </p:txBody>
      </p:sp>
      <p:sp>
        <p:nvSpPr>
          <p:cNvPr id="20" name="Rectangle 19">
            <a:extLst>
              <a:ext uri="{FF2B5EF4-FFF2-40B4-BE49-F238E27FC236}">
                <a16:creationId xmlns:a16="http://schemas.microsoft.com/office/drawing/2014/main" id="{81899636-FECB-C001-5FA9-4D806E83B699}"/>
              </a:ext>
            </a:extLst>
          </p:cNvPr>
          <p:cNvSpPr/>
          <p:nvPr/>
        </p:nvSpPr>
        <p:spPr>
          <a:xfrm>
            <a:off x="7219310" y="896846"/>
            <a:ext cx="4011525" cy="64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4"/>
                </a:solidFill>
              </a:rPr>
              <a:t>Agentic System Design</a:t>
            </a:r>
          </a:p>
        </p:txBody>
      </p:sp>
      <p:sp>
        <p:nvSpPr>
          <p:cNvPr id="28" name="TextBox 27">
            <a:extLst>
              <a:ext uri="{FF2B5EF4-FFF2-40B4-BE49-F238E27FC236}">
                <a16:creationId xmlns:a16="http://schemas.microsoft.com/office/drawing/2014/main" id="{B7844DA5-1A1C-6177-44FE-3FA1DCA5CA17}"/>
              </a:ext>
            </a:extLst>
          </p:cNvPr>
          <p:cNvSpPr txBox="1"/>
          <p:nvPr/>
        </p:nvSpPr>
        <p:spPr>
          <a:xfrm>
            <a:off x="7999133" y="2699714"/>
            <a:ext cx="3231702" cy="830997"/>
          </a:xfrm>
          <a:prstGeom prst="rect">
            <a:avLst/>
          </a:prstGeom>
          <a:noFill/>
        </p:spPr>
        <p:txBody>
          <a:bodyPr wrap="square">
            <a:spAutoFit/>
          </a:bodyPr>
          <a:lstStyle/>
          <a:p>
            <a:pPr algn="l"/>
            <a:r>
              <a:rPr lang="en-GB" sz="1600" b="1" i="0" u="none" strike="noStrike">
                <a:solidFill>
                  <a:srgbClr val="000000"/>
                </a:solidFill>
                <a:effectLst/>
              </a:rPr>
              <a:t>Data Validation Agents</a:t>
            </a:r>
            <a:r>
              <a:rPr lang="en-GB" sz="1600" b="0" i="0" u="none" strike="noStrike">
                <a:solidFill>
                  <a:srgbClr val="000000"/>
                </a:solidFill>
                <a:effectLst/>
              </a:rPr>
              <a:t>: Run harmonisation, QA, anomaly detection</a:t>
            </a:r>
          </a:p>
        </p:txBody>
      </p:sp>
      <p:sp>
        <p:nvSpPr>
          <p:cNvPr id="29" name="TextBox 28">
            <a:extLst>
              <a:ext uri="{FF2B5EF4-FFF2-40B4-BE49-F238E27FC236}">
                <a16:creationId xmlns:a16="http://schemas.microsoft.com/office/drawing/2014/main" id="{B5756D92-60EC-1D3F-7188-69052E234E56}"/>
              </a:ext>
            </a:extLst>
          </p:cNvPr>
          <p:cNvSpPr txBox="1"/>
          <p:nvPr/>
        </p:nvSpPr>
        <p:spPr>
          <a:xfrm>
            <a:off x="7999133" y="3641134"/>
            <a:ext cx="3231702" cy="830997"/>
          </a:xfrm>
          <a:prstGeom prst="rect">
            <a:avLst/>
          </a:prstGeom>
          <a:noFill/>
        </p:spPr>
        <p:txBody>
          <a:bodyPr wrap="square">
            <a:spAutoFit/>
          </a:bodyPr>
          <a:lstStyle/>
          <a:p>
            <a:pPr algn="l"/>
            <a:r>
              <a:rPr lang="en-GB" sz="1600" b="1" i="0" u="none" strike="noStrike">
                <a:solidFill>
                  <a:srgbClr val="000000"/>
                </a:solidFill>
                <a:effectLst/>
              </a:rPr>
              <a:t>Emission Calculation Agents</a:t>
            </a:r>
            <a:r>
              <a:rPr lang="en-GB" sz="1600" b="0" i="0" u="none" strike="noStrike">
                <a:solidFill>
                  <a:srgbClr val="000000"/>
                </a:solidFill>
                <a:effectLst/>
              </a:rPr>
              <a:t>: Map to Emission Factors (EFs), perform category aggregation</a:t>
            </a:r>
          </a:p>
        </p:txBody>
      </p:sp>
      <p:sp>
        <p:nvSpPr>
          <p:cNvPr id="30" name="TextBox 29">
            <a:extLst>
              <a:ext uri="{FF2B5EF4-FFF2-40B4-BE49-F238E27FC236}">
                <a16:creationId xmlns:a16="http://schemas.microsoft.com/office/drawing/2014/main" id="{1D720D36-0CCD-160B-FC0D-579B442D408B}"/>
              </a:ext>
            </a:extLst>
          </p:cNvPr>
          <p:cNvSpPr txBox="1"/>
          <p:nvPr/>
        </p:nvSpPr>
        <p:spPr>
          <a:xfrm>
            <a:off x="7999133" y="4660974"/>
            <a:ext cx="3231702" cy="584775"/>
          </a:xfrm>
          <a:prstGeom prst="rect">
            <a:avLst/>
          </a:prstGeom>
          <a:noFill/>
        </p:spPr>
        <p:txBody>
          <a:bodyPr wrap="square">
            <a:spAutoFit/>
          </a:bodyPr>
          <a:lstStyle/>
          <a:p>
            <a:pPr algn="l"/>
            <a:r>
              <a:rPr lang="en-GB" sz="1600" b="1" i="0" u="none" strike="noStrike">
                <a:solidFill>
                  <a:srgbClr val="000000"/>
                </a:solidFill>
                <a:effectLst/>
              </a:rPr>
              <a:t>Assurance Agents</a:t>
            </a:r>
            <a:r>
              <a:rPr lang="en-GB" sz="1600" b="0" i="0" u="none" strike="noStrike">
                <a:solidFill>
                  <a:srgbClr val="000000"/>
                </a:solidFill>
                <a:effectLst/>
              </a:rPr>
              <a:t>: Compile evidence packs, track lineage</a:t>
            </a:r>
          </a:p>
        </p:txBody>
      </p:sp>
      <p:sp>
        <p:nvSpPr>
          <p:cNvPr id="31" name="Hexagon 30">
            <a:extLst>
              <a:ext uri="{FF2B5EF4-FFF2-40B4-BE49-F238E27FC236}">
                <a16:creationId xmlns:a16="http://schemas.microsoft.com/office/drawing/2014/main" id="{55D4FAB5-776A-80E9-1862-9F7F66196C90}"/>
              </a:ext>
            </a:extLst>
          </p:cNvPr>
          <p:cNvSpPr/>
          <p:nvPr/>
        </p:nvSpPr>
        <p:spPr>
          <a:xfrm>
            <a:off x="6297701" y="74618"/>
            <a:ext cx="1340362" cy="218603"/>
          </a:xfrm>
          <a:prstGeom prst="hexagon">
            <a:avLst>
              <a:gd name="adj" fmla="val 0"/>
              <a:gd name="vf" fmla="val 11547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Data </a:t>
            </a:r>
          </a:p>
        </p:txBody>
      </p:sp>
      <p:sp>
        <p:nvSpPr>
          <p:cNvPr id="32" name="Hexagon 31">
            <a:extLst>
              <a:ext uri="{FF2B5EF4-FFF2-40B4-BE49-F238E27FC236}">
                <a16:creationId xmlns:a16="http://schemas.microsoft.com/office/drawing/2014/main" id="{A9EC1EE9-A036-4CE6-D149-08A1C41298DF}"/>
              </a:ext>
            </a:extLst>
          </p:cNvPr>
          <p:cNvSpPr/>
          <p:nvPr/>
        </p:nvSpPr>
        <p:spPr>
          <a:xfrm>
            <a:off x="7721341" y="83592"/>
            <a:ext cx="1340362" cy="218603"/>
          </a:xfrm>
          <a:prstGeom prst="hexagon">
            <a:avLst>
              <a:gd name="adj" fmla="val 0"/>
              <a:gd name="vf" fmla="val 11547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bg1"/>
                </a:solidFill>
              </a:rPr>
              <a:t>Investment</a:t>
            </a:r>
            <a:r>
              <a:rPr lang="en-US" sz="800">
                <a:solidFill>
                  <a:schemeClr val="tx1"/>
                </a:solidFill>
              </a:rPr>
              <a:t>  </a:t>
            </a:r>
          </a:p>
        </p:txBody>
      </p:sp>
      <p:sp>
        <p:nvSpPr>
          <p:cNvPr id="33" name="Hexagon 32">
            <a:extLst>
              <a:ext uri="{FF2B5EF4-FFF2-40B4-BE49-F238E27FC236}">
                <a16:creationId xmlns:a16="http://schemas.microsoft.com/office/drawing/2014/main" id="{6EC630D5-B19A-6B3C-2FD2-B462E33AC4EF}"/>
              </a:ext>
            </a:extLst>
          </p:cNvPr>
          <p:cNvSpPr/>
          <p:nvPr/>
        </p:nvSpPr>
        <p:spPr>
          <a:xfrm>
            <a:off x="9150069" y="87381"/>
            <a:ext cx="1340362" cy="218603"/>
          </a:xfrm>
          <a:prstGeom prst="hexagon">
            <a:avLst>
              <a:gd name="adj" fmla="val 0"/>
              <a:gd name="vf" fmla="val 11547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Climate and nature  </a:t>
            </a:r>
          </a:p>
        </p:txBody>
      </p:sp>
      <p:sp>
        <p:nvSpPr>
          <p:cNvPr id="35" name="Hexagon 34">
            <a:extLst>
              <a:ext uri="{FF2B5EF4-FFF2-40B4-BE49-F238E27FC236}">
                <a16:creationId xmlns:a16="http://schemas.microsoft.com/office/drawing/2014/main" id="{D6019BDD-89B2-D70F-8106-1FF254F93011}"/>
              </a:ext>
            </a:extLst>
          </p:cNvPr>
          <p:cNvSpPr/>
          <p:nvPr/>
        </p:nvSpPr>
        <p:spPr>
          <a:xfrm>
            <a:off x="10581032" y="84828"/>
            <a:ext cx="1340362" cy="218603"/>
          </a:xfrm>
          <a:prstGeom prst="hexagon">
            <a:avLst>
              <a:gd name="adj" fmla="val 0"/>
              <a:gd name="vf" fmla="val 11547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Reporting </a:t>
            </a:r>
          </a:p>
        </p:txBody>
      </p:sp>
      <p:sp>
        <p:nvSpPr>
          <p:cNvPr id="11" name="Oval 10">
            <a:extLst>
              <a:ext uri="{FF2B5EF4-FFF2-40B4-BE49-F238E27FC236}">
                <a16:creationId xmlns:a16="http://schemas.microsoft.com/office/drawing/2014/main" id="{61420EF9-7620-D895-0C1A-BFBF77891704}"/>
              </a:ext>
            </a:extLst>
          </p:cNvPr>
          <p:cNvSpPr/>
          <p:nvPr/>
        </p:nvSpPr>
        <p:spPr>
          <a:xfrm>
            <a:off x="7219309" y="1892258"/>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8A5144D-8DCB-7D6E-2CA6-E9167985186E}"/>
              </a:ext>
            </a:extLst>
          </p:cNvPr>
          <p:cNvSpPr/>
          <p:nvPr/>
        </p:nvSpPr>
        <p:spPr>
          <a:xfrm>
            <a:off x="7219309" y="2791876"/>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CA9B884-BAC7-5A90-BA8B-265238A378B2}"/>
              </a:ext>
            </a:extLst>
          </p:cNvPr>
          <p:cNvSpPr/>
          <p:nvPr/>
        </p:nvSpPr>
        <p:spPr>
          <a:xfrm>
            <a:off x="7219309" y="3691494"/>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6CCD914A-389C-4087-9C3D-59033F5D8E2B}"/>
              </a:ext>
            </a:extLst>
          </p:cNvPr>
          <p:cNvGrpSpPr/>
          <p:nvPr/>
        </p:nvGrpSpPr>
        <p:grpSpPr>
          <a:xfrm>
            <a:off x="7209210" y="4577584"/>
            <a:ext cx="649817" cy="653282"/>
            <a:chOff x="7502863" y="4492793"/>
            <a:chExt cx="649817" cy="653282"/>
          </a:xfrm>
        </p:grpSpPr>
        <p:sp>
          <p:nvSpPr>
            <p:cNvPr id="37" name="Oval 36">
              <a:extLst>
                <a:ext uri="{FF2B5EF4-FFF2-40B4-BE49-F238E27FC236}">
                  <a16:creationId xmlns:a16="http://schemas.microsoft.com/office/drawing/2014/main" id="{1F393790-DC47-87FD-C0BC-E59EFD55056B}"/>
                </a:ext>
              </a:extLst>
            </p:cNvPr>
            <p:cNvSpPr/>
            <p:nvPr/>
          </p:nvSpPr>
          <p:spPr>
            <a:xfrm>
              <a:off x="7502863" y="4492793"/>
              <a:ext cx="648000" cy="64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hord 37">
              <a:extLst>
                <a:ext uri="{FF2B5EF4-FFF2-40B4-BE49-F238E27FC236}">
                  <a16:creationId xmlns:a16="http://schemas.microsoft.com/office/drawing/2014/main" id="{C1E2DEEA-B73E-91CA-0CE0-56A15F40D66E}"/>
                </a:ext>
              </a:extLst>
            </p:cNvPr>
            <p:cNvSpPr/>
            <p:nvPr/>
          </p:nvSpPr>
          <p:spPr>
            <a:xfrm rot="17162207">
              <a:off x="7512098" y="4505492"/>
              <a:ext cx="633600" cy="647565"/>
            </a:xfrm>
            <a:prstGeom prst="chord">
              <a:avLst>
                <a:gd name="adj1" fmla="val 4141481"/>
                <a:gd name="adj2" fmla="val 15597266"/>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2638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7C6-8F60-C5DC-A565-9D0F3471CBDD}"/>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9DC76070-ABED-03A2-9921-8306735E6E7F}"/>
              </a:ext>
            </a:extLst>
          </p:cNvPr>
          <p:cNvSpPr>
            <a:spLocks noGrp="1"/>
          </p:cNvSpPr>
          <p:nvPr>
            <p:ph type="title"/>
          </p:nvPr>
        </p:nvSpPr>
        <p:spPr>
          <a:xfrm>
            <a:off x="228600" y="332740"/>
            <a:ext cx="11734800" cy="365760"/>
          </a:xfrm>
        </p:spPr>
        <p:txBody>
          <a:bodyPr/>
          <a:lstStyle/>
          <a:p>
            <a:r>
              <a:rPr lang="en-US" sz="2800" b="1">
                <a:solidFill>
                  <a:schemeClr val="accent1"/>
                </a:solidFill>
              </a:rPr>
              <a:t>Agentic AI Functional Design </a:t>
            </a:r>
          </a:p>
        </p:txBody>
      </p:sp>
      <p:sp>
        <p:nvSpPr>
          <p:cNvPr id="9" name="TextBox 8">
            <a:extLst>
              <a:ext uri="{FF2B5EF4-FFF2-40B4-BE49-F238E27FC236}">
                <a16:creationId xmlns:a16="http://schemas.microsoft.com/office/drawing/2014/main" id="{1C082447-75D3-164A-67F3-2BE9A2770494}"/>
              </a:ext>
            </a:extLst>
          </p:cNvPr>
          <p:cNvSpPr txBox="1"/>
          <p:nvPr/>
        </p:nvSpPr>
        <p:spPr>
          <a:xfrm>
            <a:off x="228599" y="867520"/>
            <a:ext cx="11301413" cy="4708981"/>
          </a:xfrm>
          <a:prstGeom prst="rect">
            <a:avLst/>
          </a:prstGeom>
          <a:noFill/>
        </p:spPr>
        <p:txBody>
          <a:bodyPr wrap="square">
            <a:spAutoFit/>
          </a:bodyPr>
          <a:lstStyle/>
          <a:p>
            <a:r>
              <a:rPr lang="en-GB" sz="2000" b="1" i="0" u="none" strike="noStrike">
                <a:solidFill>
                  <a:srgbClr val="000000"/>
                </a:solidFill>
                <a:effectLst/>
                <a:latin typeface="-webkit-standard"/>
              </a:rPr>
              <a:t>Promp</a:t>
            </a:r>
            <a:r>
              <a:rPr lang="en-GB" sz="2000" b="1">
                <a:solidFill>
                  <a:srgbClr val="000000"/>
                </a:solidFill>
                <a:latin typeface="-webkit-standard"/>
              </a:rPr>
              <a:t>t: </a:t>
            </a:r>
            <a:r>
              <a:rPr lang="en-GB" sz="2000">
                <a:solidFill>
                  <a:srgbClr val="000000"/>
                </a:solidFill>
                <a:latin typeface="-webkit-standard"/>
              </a:rPr>
              <a:t>Calculate my Scope 3 Category 15 (financed emissions) position for the following set of investments consisting of bonds, infrastructure equity and real estate equity. As part of this analysis, I will need to understand my ‘Scope 3 of my Scope 3’ so the emissions within the supply chain of my investments </a:t>
            </a:r>
          </a:p>
          <a:p>
            <a:endParaRPr lang="en-GB" sz="2000">
              <a:solidFill>
                <a:srgbClr val="000000"/>
              </a:solidFill>
              <a:latin typeface="-webkit-standard"/>
            </a:endParaRPr>
          </a:p>
          <a:p>
            <a:r>
              <a:rPr lang="en-GB" sz="2000" b="1">
                <a:solidFill>
                  <a:srgbClr val="000000"/>
                </a:solidFill>
                <a:latin typeface="-webkit-standard"/>
              </a:rPr>
              <a:t>Use action:</a:t>
            </a:r>
            <a:r>
              <a:rPr lang="en-GB" sz="2000">
                <a:solidFill>
                  <a:srgbClr val="000000"/>
                </a:solidFill>
                <a:latin typeface="-webkit-standard"/>
              </a:rPr>
              <a:t> User is allowed up upload the portfolio investment spreadsheet. The spreadsheet contains the list of listing of all the bonds being invested in, the details of the infrastructure being invested in (e.g. renewable energy projects, transport infrastructure, etc.) and the real estate being invested in</a:t>
            </a:r>
          </a:p>
          <a:p>
            <a:endParaRPr lang="en-GB" sz="2000">
              <a:solidFill>
                <a:srgbClr val="000000"/>
              </a:solidFill>
              <a:latin typeface="-webkit-standard"/>
            </a:endParaRPr>
          </a:p>
          <a:p>
            <a:r>
              <a:rPr lang="en-GB" sz="2000" b="1">
                <a:solidFill>
                  <a:srgbClr val="000000"/>
                </a:solidFill>
                <a:latin typeface="-webkit-standard"/>
              </a:rPr>
              <a:t>DAG architecture</a:t>
            </a:r>
            <a:endParaRPr lang="en-GB" sz="2000">
              <a:solidFill>
                <a:srgbClr val="000000"/>
              </a:solidFill>
              <a:latin typeface="-webkit-standard"/>
            </a:endParaRPr>
          </a:p>
          <a:p>
            <a:pPr marL="342900" indent="-342900">
              <a:buFont typeface="Arial" panose="020B0604020202020204" pitchFamily="34" charset="0"/>
              <a:buChar char="•"/>
            </a:pPr>
            <a:r>
              <a:rPr lang="en-GB" sz="2000">
                <a:solidFill>
                  <a:srgbClr val="000000"/>
                </a:solidFill>
              </a:rPr>
              <a:t>Data Acquisition Agents: Handle ERP/API integrations, interface  to supplier portals etc</a:t>
            </a:r>
            <a:endParaRPr lang="en-GB" sz="2000">
              <a:solidFill>
                <a:srgbClr val="000000"/>
              </a:solidFill>
              <a:latin typeface="-webkit-standard"/>
            </a:endParaRPr>
          </a:p>
          <a:p>
            <a:pPr marL="342900" indent="-342900">
              <a:buFont typeface="Arial" panose="020B0604020202020204" pitchFamily="34" charset="0"/>
              <a:buChar char="•"/>
            </a:pPr>
            <a:r>
              <a:rPr lang="en-GB" sz="2000">
                <a:solidFill>
                  <a:srgbClr val="000000"/>
                </a:solidFill>
              </a:rPr>
              <a:t>Data Validation Agents: Run harmonisation, QA, anomaly detection</a:t>
            </a:r>
          </a:p>
          <a:p>
            <a:pPr marL="342900" indent="-342900">
              <a:buFont typeface="Arial" panose="020B0604020202020204" pitchFamily="34" charset="0"/>
              <a:buChar char="•"/>
            </a:pPr>
            <a:r>
              <a:rPr lang="en-GB" sz="2000">
                <a:solidFill>
                  <a:srgbClr val="000000"/>
                </a:solidFill>
              </a:rPr>
              <a:t>Calculation Agents: Map to Emission Factors (EFs), perform category aggregation</a:t>
            </a:r>
          </a:p>
          <a:p>
            <a:pPr marL="342900" indent="-342900">
              <a:buFont typeface="Arial" panose="020B0604020202020204" pitchFamily="34" charset="0"/>
              <a:buChar char="•"/>
            </a:pPr>
            <a:r>
              <a:rPr lang="en-GB" sz="2000">
                <a:solidFill>
                  <a:srgbClr val="000000"/>
                </a:solidFill>
              </a:rPr>
              <a:t>Assurance Agents: Compile evidence packs, track lineage</a:t>
            </a:r>
          </a:p>
          <a:p>
            <a:pPr marL="342900" indent="-342900">
              <a:buFont typeface="Arial" panose="020B0604020202020204" pitchFamily="34" charset="0"/>
              <a:buChar char="•"/>
            </a:pPr>
            <a:r>
              <a:rPr lang="en-GB" sz="2000">
                <a:solidFill>
                  <a:srgbClr val="000000"/>
                </a:solidFill>
              </a:rPr>
              <a:t>Reporting Agents: Format, tag, and publish disclosure</a:t>
            </a:r>
          </a:p>
          <a:p>
            <a:endParaRPr lang="en-US" sz="2000"/>
          </a:p>
        </p:txBody>
      </p:sp>
    </p:spTree>
    <p:extLst>
      <p:ext uri="{BB962C8B-B14F-4D97-AF65-F5344CB8AC3E}">
        <p14:creationId xmlns:p14="http://schemas.microsoft.com/office/powerpoint/2010/main" val="1642481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97241-5204-72DC-4B8C-7F4F126C5E9D}"/>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403C7FC1-DC9E-CA1D-DAE7-D5DB512B1313}"/>
              </a:ext>
            </a:extLst>
          </p:cNvPr>
          <p:cNvSpPr>
            <a:spLocks noGrp="1"/>
          </p:cNvSpPr>
          <p:nvPr>
            <p:ph type="title"/>
          </p:nvPr>
        </p:nvSpPr>
        <p:spPr>
          <a:xfrm>
            <a:off x="228600" y="332740"/>
            <a:ext cx="11734800" cy="365760"/>
          </a:xfrm>
        </p:spPr>
        <p:txBody>
          <a:bodyPr/>
          <a:lstStyle/>
          <a:p>
            <a:r>
              <a:rPr lang="en-US" sz="2800" b="1">
                <a:solidFill>
                  <a:schemeClr val="accent1"/>
                </a:solidFill>
              </a:rPr>
              <a:t>1. Data acquisition agents </a:t>
            </a:r>
          </a:p>
        </p:txBody>
      </p:sp>
      <p:sp>
        <p:nvSpPr>
          <p:cNvPr id="9" name="TextBox 8">
            <a:extLst>
              <a:ext uri="{FF2B5EF4-FFF2-40B4-BE49-F238E27FC236}">
                <a16:creationId xmlns:a16="http://schemas.microsoft.com/office/drawing/2014/main" id="{00330790-CA8A-358A-19FF-6AB7ABABFEC1}"/>
              </a:ext>
            </a:extLst>
          </p:cNvPr>
          <p:cNvSpPr txBox="1"/>
          <p:nvPr/>
        </p:nvSpPr>
        <p:spPr>
          <a:xfrm>
            <a:off x="228600" y="698500"/>
            <a:ext cx="11301413" cy="3816429"/>
          </a:xfrm>
          <a:prstGeom prst="rect">
            <a:avLst/>
          </a:prstGeom>
          <a:solidFill>
            <a:schemeClr val="bg1"/>
          </a:solidFill>
        </p:spPr>
        <p:txBody>
          <a:bodyPr wrap="square">
            <a:spAutoFit/>
          </a:bodyPr>
          <a:lstStyle/>
          <a:p>
            <a:r>
              <a:rPr lang="en-GB" dirty="0">
                <a:solidFill>
                  <a:srgbClr val="000000"/>
                </a:solidFill>
              </a:rPr>
              <a:t>Agents will need to get three types of data: Internal data, external data, and public data </a:t>
            </a:r>
          </a:p>
          <a:p>
            <a:r>
              <a:rPr lang="en-GB" sz="2000" b="1" dirty="0">
                <a:solidFill>
                  <a:schemeClr val="accent1"/>
                </a:solidFill>
              </a:rPr>
              <a:t>Sub-process 1.1: Collect internal portfolio data and guidance</a:t>
            </a:r>
          </a:p>
          <a:p>
            <a:pPr marL="342900" indent="-342900">
              <a:buFont typeface="Arial" panose="020B0604020202020204" pitchFamily="34" charset="0"/>
              <a:buChar char="•"/>
            </a:pPr>
            <a:r>
              <a:rPr lang="en-GB" sz="1600" b="1" dirty="0">
                <a:solidFill>
                  <a:srgbClr val="000000"/>
                </a:solidFill>
              </a:rPr>
              <a:t>Inputs</a:t>
            </a:r>
          </a:p>
          <a:p>
            <a:pPr marL="800100" lvl="1" indent="-342900">
              <a:buFont typeface="Arial" panose="020B0604020202020204" pitchFamily="34" charset="0"/>
              <a:buChar char="•"/>
            </a:pPr>
            <a:r>
              <a:rPr lang="en-GB" sz="1200" b="1" dirty="0">
                <a:solidFill>
                  <a:srgbClr val="000000"/>
                </a:solidFill>
              </a:rPr>
              <a:t>Internal data sources - Excel input file provided by the end user: </a:t>
            </a:r>
            <a:r>
              <a:rPr lang="en-GB" sz="1200" dirty="0">
                <a:solidFill>
                  <a:srgbClr val="000000"/>
                </a:solidFill>
              </a:rPr>
              <a:t>This includes bond holdings, real estate equity holdings, and infrastructure equity holdings, along with metadata for each investment: Issuer or asset name, internal and external unique identifiers (e.g. ISIN, property ID), investment value or outstanding amount, ownership stake, and any internal classification (sector, geography etc), location (for physical assets), known properties of the assets (e.g. utilisation, size, green design ratings etc), website of the issuers and/or operators of the investment vehicle</a:t>
            </a:r>
          </a:p>
          <a:p>
            <a:pPr marL="800100" lvl="1" indent="-342900">
              <a:buFont typeface="Arial" panose="020B0604020202020204" pitchFamily="34" charset="0"/>
              <a:buChar char="•"/>
            </a:pPr>
            <a:r>
              <a:rPr lang="en-GB" sz="1200" b="1" dirty="0">
                <a:solidFill>
                  <a:srgbClr val="000000"/>
                </a:solidFill>
              </a:rPr>
              <a:t>Internal data sources - Climate Solution team: </a:t>
            </a:r>
            <a:r>
              <a:rPr lang="en-GB" sz="1200" dirty="0">
                <a:solidFill>
                  <a:srgbClr val="000000"/>
                </a:solidFill>
              </a:rPr>
              <a:t>Obtain internal guidance from the Climate Solution team - PDF file with a guidance on how to categorize or flag certain holdings (e.g. identify if a bond is green or a project-specific instrument) as part of context</a:t>
            </a:r>
          </a:p>
          <a:p>
            <a:pPr marL="800100" lvl="1" indent="-342900">
              <a:buFont typeface="Arial" panose="020B0604020202020204" pitchFamily="34" charset="0"/>
              <a:buChar char="•"/>
            </a:pPr>
            <a:r>
              <a:rPr lang="en-GB" sz="1200" b="1" dirty="0">
                <a:solidFill>
                  <a:srgbClr val="000000"/>
                </a:solidFill>
              </a:rPr>
              <a:t>Internal data sources -  Middle Office and Reporting team (Institutional Retirement, Asset Management): </a:t>
            </a:r>
            <a:r>
              <a:rPr lang="en-GB" sz="1200" dirty="0">
                <a:solidFill>
                  <a:srgbClr val="000000"/>
                </a:solidFill>
              </a:rPr>
              <a:t>Pull in any available internal data on investee financials (for example, if L&amp;G has internal analysis or prior data on a company’s revenue or enterprise value)</a:t>
            </a:r>
          </a:p>
          <a:p>
            <a:pPr marL="342900" indent="-342900">
              <a:buFont typeface="Arial" panose="020B0604020202020204" pitchFamily="34" charset="0"/>
              <a:buChar char="•"/>
            </a:pPr>
            <a:r>
              <a:rPr lang="en-GB" sz="1600" b="1" dirty="0">
                <a:solidFill>
                  <a:srgbClr val="000000"/>
                </a:solidFill>
              </a:rPr>
              <a:t>Processing logic</a:t>
            </a:r>
          </a:p>
          <a:p>
            <a:pPr marL="800100" lvl="1" indent="-342900">
              <a:buFont typeface="Arial" panose="020B0604020202020204" pitchFamily="34" charset="0"/>
              <a:buChar char="•"/>
            </a:pPr>
            <a:r>
              <a:rPr lang="en-GB" sz="1200" dirty="0"/>
              <a:t>Consolidate all holdings into a unified master holdings dataset. Ensure that each investment is labelled </a:t>
            </a:r>
            <a:r>
              <a:rPr lang="en-GB" sz="1200" dirty="0">
                <a:solidFill>
                  <a:srgbClr val="000000"/>
                </a:solidFill>
              </a:rPr>
              <a:t>with its type (bond, real estate equity, infrastructure equity), and link any relevant internal identifiers</a:t>
            </a:r>
            <a:endParaRPr lang="en-GB" sz="1200" b="1" dirty="0"/>
          </a:p>
          <a:p>
            <a:pPr marL="342900" indent="-342900">
              <a:buFont typeface="Arial" panose="020B0604020202020204" pitchFamily="34" charset="0"/>
              <a:buChar char="•"/>
            </a:pPr>
            <a:r>
              <a:rPr lang="en-GB" sz="1600" b="1" dirty="0"/>
              <a:t>Outputs</a:t>
            </a:r>
          </a:p>
          <a:p>
            <a:pPr marL="800100" lvl="1" indent="-342900">
              <a:buFont typeface="Arial" panose="020B0604020202020204" pitchFamily="34" charset="0"/>
              <a:buChar char="•"/>
            </a:pPr>
            <a:r>
              <a:rPr lang="en-GB" sz="1200" dirty="0"/>
              <a:t>A master holdings dataset, listing every in-scope investment with its key attributes and financial data. This will be the foundational dataset (as a database) for further enrichment. For example, a table with columns: Investment ID, Name, Asset Class (bond/real estate/infra), Amount Invested (£), % Ownership (if applicable), Sector, etc. This output is a database for ease of merging with emissions data</a:t>
            </a:r>
          </a:p>
        </p:txBody>
      </p:sp>
      <p:sp>
        <p:nvSpPr>
          <p:cNvPr id="2" name="TextBox 1">
            <a:extLst>
              <a:ext uri="{FF2B5EF4-FFF2-40B4-BE49-F238E27FC236}">
                <a16:creationId xmlns:a16="http://schemas.microsoft.com/office/drawing/2014/main" id="{56CBB870-2B0F-28F8-BE14-BE72B476887D}"/>
              </a:ext>
            </a:extLst>
          </p:cNvPr>
          <p:cNvSpPr txBox="1"/>
          <p:nvPr/>
        </p:nvSpPr>
        <p:spPr>
          <a:xfrm>
            <a:off x="-154004" y="3070459"/>
            <a:ext cx="65" cy="215444"/>
          </a:xfrm>
          <a:prstGeom prst="rect">
            <a:avLst/>
          </a:prstGeom>
          <a:noFill/>
        </p:spPr>
        <p:txBody>
          <a:bodyPr wrap="none" lIns="0" tIns="0" rIns="0" bIns="0" rtlCol="0">
            <a:spAutoFit/>
          </a:bodyPr>
          <a:lstStyle/>
          <a:p>
            <a:pPr algn="l"/>
            <a:endParaRPr lang="en-US" sz="1400" dirty="0">
              <a:solidFill>
                <a:schemeClr val="bg1"/>
              </a:solidFill>
              <a:latin typeface="Arial" panose="020B0604020202020204" pitchFamily="34" charset="0"/>
            </a:endParaRPr>
          </a:p>
        </p:txBody>
      </p:sp>
    </p:spTree>
    <p:extLst>
      <p:ext uri="{BB962C8B-B14F-4D97-AF65-F5344CB8AC3E}">
        <p14:creationId xmlns:p14="http://schemas.microsoft.com/office/powerpoint/2010/main" val="2778478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D7C8-3E3F-D1CE-D770-C5E3547ED08F}"/>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F2DC9AE9-1441-4DA8-6F69-06731FC5B828}"/>
              </a:ext>
            </a:extLst>
          </p:cNvPr>
          <p:cNvSpPr>
            <a:spLocks noGrp="1"/>
          </p:cNvSpPr>
          <p:nvPr>
            <p:ph type="title"/>
          </p:nvPr>
        </p:nvSpPr>
        <p:spPr>
          <a:xfrm>
            <a:off x="228600" y="332740"/>
            <a:ext cx="11734800" cy="365760"/>
          </a:xfrm>
        </p:spPr>
        <p:txBody>
          <a:bodyPr/>
          <a:lstStyle/>
          <a:p>
            <a:r>
              <a:rPr lang="en-US" sz="2800" b="1">
                <a:solidFill>
                  <a:schemeClr val="accent1"/>
                </a:solidFill>
              </a:rPr>
              <a:t>1. Data acquisition agents </a:t>
            </a:r>
          </a:p>
        </p:txBody>
      </p:sp>
      <p:sp>
        <p:nvSpPr>
          <p:cNvPr id="9" name="TextBox 8">
            <a:extLst>
              <a:ext uri="{FF2B5EF4-FFF2-40B4-BE49-F238E27FC236}">
                <a16:creationId xmlns:a16="http://schemas.microsoft.com/office/drawing/2014/main" id="{20683308-4066-2081-9B76-A426067A4574}"/>
              </a:ext>
            </a:extLst>
          </p:cNvPr>
          <p:cNvSpPr txBox="1"/>
          <p:nvPr/>
        </p:nvSpPr>
        <p:spPr>
          <a:xfrm>
            <a:off x="228600" y="698500"/>
            <a:ext cx="11734800" cy="6278642"/>
          </a:xfrm>
          <a:prstGeom prst="rect">
            <a:avLst/>
          </a:prstGeom>
          <a:solidFill>
            <a:schemeClr val="bg1"/>
          </a:solidFill>
        </p:spPr>
        <p:txBody>
          <a:bodyPr wrap="square">
            <a:spAutoFit/>
          </a:bodyPr>
          <a:lstStyle/>
          <a:p>
            <a:r>
              <a:rPr lang="en-GB" b="1" dirty="0">
                <a:solidFill>
                  <a:schemeClr val="accent1"/>
                </a:solidFill>
              </a:rPr>
              <a:t>Sub-process 1.2: Obtain carbon &amp; financial data</a:t>
            </a:r>
          </a:p>
          <a:p>
            <a:pPr marL="342900" indent="-342900">
              <a:buFont typeface="Arial" panose="020B0604020202020204" pitchFamily="34" charset="0"/>
              <a:buChar char="•"/>
            </a:pPr>
            <a:r>
              <a:rPr lang="en-GB" sz="1600" b="1" dirty="0">
                <a:solidFill>
                  <a:srgbClr val="000000"/>
                </a:solidFill>
              </a:rPr>
              <a:t>Inputs</a:t>
            </a:r>
          </a:p>
          <a:p>
            <a:pPr marL="800100" lvl="1" indent="-342900">
              <a:buFont typeface="Arial" panose="020B0604020202020204" pitchFamily="34" charset="0"/>
              <a:buChar char="•"/>
            </a:pPr>
            <a:r>
              <a:rPr lang="en-GB" sz="1200" b="1" dirty="0">
                <a:solidFill>
                  <a:srgbClr val="000000"/>
                </a:solidFill>
              </a:rPr>
              <a:t>Internal data sources - Climate Solution team: </a:t>
            </a:r>
            <a:r>
              <a:rPr lang="en-GB" sz="1200" dirty="0">
                <a:solidFill>
                  <a:srgbClr val="000000"/>
                </a:solidFill>
              </a:rPr>
              <a:t>Assume they manage relationships with carbon data vendors and maintain internal databases of climate data. Obtain </a:t>
            </a:r>
          </a:p>
          <a:p>
            <a:pPr marL="1257300" lvl="2" indent="-342900">
              <a:buFont typeface="Arial" panose="020B0604020202020204" pitchFamily="34" charset="0"/>
              <a:buChar char="•"/>
            </a:pPr>
            <a:r>
              <a:rPr lang="en-GB" sz="1200" dirty="0">
                <a:solidFill>
                  <a:srgbClr val="000000"/>
                </a:solidFill>
              </a:rPr>
              <a:t>Latest GHG emissions data for companies and assets</a:t>
            </a:r>
          </a:p>
          <a:p>
            <a:pPr marL="1257300" lvl="2" indent="-342900">
              <a:buFont typeface="Arial" panose="020B0604020202020204" pitchFamily="34" charset="0"/>
              <a:buChar char="•"/>
            </a:pPr>
            <a:r>
              <a:rPr lang="en-GB" sz="1200" dirty="0">
                <a:solidFill>
                  <a:srgbClr val="000000"/>
                </a:solidFill>
              </a:rPr>
              <a:t>Any mapping files that link L&amp;G internal investment list to external data (e.g. matching company names or IDs) as part of vendor data/mapping responsibilities </a:t>
            </a:r>
          </a:p>
          <a:p>
            <a:pPr marL="1257300" lvl="2" indent="-342900">
              <a:buFont typeface="Arial" panose="020B0604020202020204" pitchFamily="34" charset="0"/>
              <a:buChar char="•"/>
            </a:pPr>
            <a:r>
              <a:rPr lang="en-GB" sz="1200" dirty="0">
                <a:solidFill>
                  <a:srgbClr val="000000"/>
                </a:solidFill>
              </a:rPr>
              <a:t>Proxy methodologies documentation (detailing how to estimate emissions when data is missing) and any climate scenario data relevant for later analysis.</a:t>
            </a:r>
            <a:endParaRPr lang="en-GB" dirty="0"/>
          </a:p>
          <a:p>
            <a:pPr marL="800100" lvl="1" indent="-342900">
              <a:buFont typeface="Arial" panose="020B0604020202020204" pitchFamily="34" charset="0"/>
              <a:buChar char="•"/>
            </a:pPr>
            <a:r>
              <a:rPr lang="en-GB" sz="1200" b="1" dirty="0">
                <a:solidFill>
                  <a:srgbClr val="000000"/>
                </a:solidFill>
              </a:rPr>
              <a:t>External data sources</a:t>
            </a:r>
          </a:p>
          <a:p>
            <a:pPr marL="1257300" lvl="2" indent="-342900">
              <a:buFont typeface="Arial" panose="020B0604020202020204" pitchFamily="34" charset="0"/>
              <a:buChar char="•"/>
            </a:pPr>
            <a:r>
              <a:rPr lang="en-GB" sz="1200" b="1" dirty="0"/>
              <a:t>Reported emission data (primary - GHG emissions data for investees: </a:t>
            </a:r>
            <a:r>
              <a:rPr lang="en-GB" sz="1200" dirty="0"/>
              <a:t>For bond issuers, use third-party data from CDP disclosures, ISS ESG Rating and Intelligence emissions data, regulatory filings. Look up both Scope 1 and 2 data as that is mandatory per PCAF as well as Scope 3 where disclosed</a:t>
            </a:r>
          </a:p>
          <a:p>
            <a:pPr marL="1257300" lvl="2" indent="-342900">
              <a:buFont typeface="Arial" panose="020B0604020202020204" pitchFamily="34" charset="0"/>
              <a:buChar char="•"/>
            </a:pPr>
            <a:r>
              <a:rPr lang="en-GB" sz="1200" b="1" dirty="0"/>
              <a:t>Supply chain data (primary) - corporate websites, regulatory filings: </a:t>
            </a:r>
            <a:r>
              <a:rPr lang="en-GB" sz="1200" dirty="0"/>
              <a:t>Crawl the websites to decompose company supply chain, assets, plants and materials</a:t>
            </a:r>
          </a:p>
          <a:p>
            <a:pPr marL="1257300" lvl="2" indent="-342900">
              <a:buFont typeface="Arial" panose="020B0604020202020204" pitchFamily="34" charset="0"/>
              <a:buChar char="•"/>
            </a:pPr>
            <a:r>
              <a:rPr lang="en-GB" sz="1200" b="1" dirty="0"/>
              <a:t>Emission estimation data (secondary): </a:t>
            </a:r>
            <a:r>
              <a:rPr lang="en-GB" sz="1200" dirty="0"/>
              <a:t>For real estate assets (properties, infrastructure projects), we need data like energy consumption or sector emissions intensity averages. Obtain PCAF emission factor database, US and UK government websites (property, conversion data, transportation)</a:t>
            </a:r>
          </a:p>
          <a:p>
            <a:pPr marL="1257300" lvl="2" indent="-342900">
              <a:buFont typeface="Arial" panose="020B0604020202020204" pitchFamily="34" charset="0"/>
              <a:buChar char="•"/>
            </a:pPr>
            <a:r>
              <a:rPr lang="en-GB" sz="1200" b="1" dirty="0"/>
              <a:t>Company financial metrics:</a:t>
            </a:r>
            <a:r>
              <a:rPr lang="en-GB" sz="1200" dirty="0"/>
              <a:t> To calculate attribution (what share of a company’s emissions L&amp;G finance), we need metrics like Enterprise Value Including Cash (EVIC) for companies (the sum of market capitalization and debt, per PCAF standards), or total project value for projects. Use financial data providers (Bloomberg, ISS) or from the investees’ financial reports. For real estate assets, external valuations or property values might be required if not in internal records - assume we get this from an external service provided by Real Estate and Infrastructure Valuation Agent </a:t>
            </a:r>
          </a:p>
          <a:p>
            <a:pPr marL="1257300" lvl="2" indent="-342900">
              <a:buFont typeface="Arial" panose="020B0604020202020204" pitchFamily="34" charset="0"/>
              <a:buChar char="•"/>
            </a:pPr>
            <a:r>
              <a:rPr lang="en-GB" sz="1200" b="1" dirty="0"/>
              <a:t>Industry benchmarks, national and emission factors:</a:t>
            </a:r>
            <a:r>
              <a:rPr lang="en-GB" sz="1200" dirty="0"/>
              <a:t> Obtain datasets for emission intensity benchmarks (e.g. average CO₂ per unit revenue or per square foot for sectors, national average building emissions, energy benchmarks, sector intensity values, regional grids carbon intensity for power consumption, etc.) from sources like the International Energy Agency (IEA), academic studies, or government databases. Get emission factor libraries (e.g. UK BEIS, DEFRA carbon conversion factors for energy, if calculating emissions from energy use) to compute emissions for properties if only energy data is available</a:t>
            </a:r>
          </a:p>
          <a:p>
            <a:pPr marL="342900" indent="-342900">
              <a:buFont typeface="Arial" panose="020B0604020202020204" pitchFamily="34" charset="0"/>
              <a:buChar char="•"/>
            </a:pPr>
            <a:r>
              <a:rPr lang="en-GB" sz="1600" b="1" dirty="0">
                <a:solidFill>
                  <a:srgbClr val="000000"/>
                </a:solidFill>
              </a:rPr>
              <a:t>Processing logic</a:t>
            </a:r>
          </a:p>
          <a:p>
            <a:pPr marL="628650" lvl="1" indent="-171450">
              <a:buFont typeface="Arial" panose="020B0604020202020204" pitchFamily="34" charset="0"/>
              <a:buChar char="•"/>
            </a:pPr>
            <a:r>
              <a:rPr lang="en-GB" sz="1200" dirty="0">
                <a:solidFill>
                  <a:srgbClr val="000000"/>
                </a:solidFill>
              </a:rPr>
              <a:t>Using the master holdings list from 1.1, map each investment to its corresponding external data. For each bond, match the issuer to the external emissions dataset (via a unique identifier like an ISIN-to-company mapping, or company name matching). Leverage The Climate Solutions team’s mapping files or vendor tools here by using their cross-reference (ensuring that, e.g. a bond issued by Company X is linked to Company X’s emissions data)</a:t>
            </a:r>
          </a:p>
          <a:p>
            <a:pPr marL="628650" lvl="1" indent="-171450">
              <a:buFont typeface="Arial" panose="020B0604020202020204" pitchFamily="34" charset="0"/>
              <a:buChar char="•"/>
            </a:pPr>
            <a:r>
              <a:rPr lang="en-GB" sz="1200" dirty="0">
                <a:solidFill>
                  <a:srgbClr val="000000"/>
                </a:solidFill>
              </a:rPr>
              <a:t>For real estate or infrastructure assets, determine if there is direct emissions data available (e.g. from an asset manager or operator); if not, plan and tag to use proxy data later</a:t>
            </a:r>
          </a:p>
          <a:p>
            <a:pPr marL="628650" lvl="1" indent="-171450">
              <a:buFont typeface="Arial" panose="020B0604020202020204" pitchFamily="34" charset="0"/>
              <a:buChar char="•"/>
            </a:pPr>
            <a:r>
              <a:rPr lang="en-GB" sz="1200" dirty="0">
                <a:solidFill>
                  <a:srgbClr val="000000"/>
                </a:solidFill>
              </a:rPr>
              <a:t>Gather all matched emissions figures and required financial metrics (EVIC, revenues, etc.) for the investees</a:t>
            </a:r>
          </a:p>
          <a:p>
            <a:pPr marL="342900" indent="-342900">
              <a:buFont typeface="Arial" panose="020B0604020202020204" pitchFamily="34" charset="0"/>
              <a:buChar char="•"/>
            </a:pPr>
            <a:r>
              <a:rPr lang="en-GB" sz="1600" b="1" dirty="0">
                <a:solidFill>
                  <a:srgbClr val="000000"/>
                </a:solidFill>
              </a:rPr>
              <a:t>Outputs</a:t>
            </a:r>
          </a:p>
          <a:p>
            <a:pPr marL="355600"/>
            <a:r>
              <a:rPr lang="en-GB" sz="1200" dirty="0">
                <a:solidFill>
                  <a:srgbClr val="000000"/>
                </a:solidFill>
              </a:rPr>
              <a:t>Based on the master holdings list from three key datasets emerge:</a:t>
            </a:r>
          </a:p>
          <a:p>
            <a:pPr marL="800100" lvl="1" indent="-342900">
              <a:buFont typeface="Arial" panose="020B0604020202020204" pitchFamily="34" charset="0"/>
              <a:buChar char="•"/>
            </a:pPr>
            <a:r>
              <a:rPr lang="en-GB" sz="1200" dirty="0">
                <a:solidFill>
                  <a:srgbClr val="000000"/>
                </a:solidFill>
              </a:rPr>
              <a:t>Emissions dataset - a list of companies/projects with their GHG emissions (</a:t>
            </a:r>
            <a:r>
              <a:rPr lang="en-GB" sz="1200" dirty="0" err="1">
                <a:solidFill>
                  <a:srgbClr val="000000"/>
                </a:solidFill>
              </a:rPr>
              <a:t>tCO₂e</a:t>
            </a:r>
            <a:r>
              <a:rPr lang="en-GB" sz="1200" dirty="0">
                <a:solidFill>
                  <a:srgbClr val="000000"/>
                </a:solidFill>
              </a:rPr>
              <a:t>) and possibly other climate metrics</a:t>
            </a:r>
          </a:p>
          <a:p>
            <a:pPr marL="800100" lvl="1" indent="-342900">
              <a:buFont typeface="Arial" panose="020B0604020202020204" pitchFamily="34" charset="0"/>
              <a:buChar char="•"/>
            </a:pPr>
            <a:r>
              <a:rPr lang="en-GB" sz="1200" dirty="0">
                <a:solidFill>
                  <a:srgbClr val="000000"/>
                </a:solidFill>
              </a:rPr>
              <a:t>Reference dataset – financial parameters for those companies/projects (EVIC, etc.), and any needed benchmark factors</a:t>
            </a:r>
          </a:p>
          <a:p>
            <a:pPr marL="800100" lvl="1" indent="-342900">
              <a:buFont typeface="Arial" panose="020B0604020202020204" pitchFamily="34" charset="0"/>
              <a:buChar char="•"/>
            </a:pPr>
            <a:r>
              <a:rPr lang="en-GB" sz="1200" dirty="0">
                <a:solidFill>
                  <a:srgbClr val="000000"/>
                </a:solidFill>
              </a:rPr>
              <a:t>A data mapping log documenting which investments were successfully matched to external data, and which were not (flagging unmapped items for follow-up in validation</a:t>
            </a:r>
          </a:p>
        </p:txBody>
      </p:sp>
    </p:spTree>
    <p:extLst>
      <p:ext uri="{BB962C8B-B14F-4D97-AF65-F5344CB8AC3E}">
        <p14:creationId xmlns:p14="http://schemas.microsoft.com/office/powerpoint/2010/main" val="1658018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3C8AF-5EF6-6C5E-336D-2D48596F7E09}"/>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4F156D4D-6A5C-5636-525A-E818C73ACC05}"/>
              </a:ext>
            </a:extLst>
          </p:cNvPr>
          <p:cNvSpPr>
            <a:spLocks noGrp="1"/>
          </p:cNvSpPr>
          <p:nvPr>
            <p:ph type="title"/>
          </p:nvPr>
        </p:nvSpPr>
        <p:spPr>
          <a:xfrm>
            <a:off x="228600" y="332740"/>
            <a:ext cx="11734800" cy="365760"/>
          </a:xfrm>
        </p:spPr>
        <p:txBody>
          <a:bodyPr/>
          <a:lstStyle/>
          <a:p>
            <a:r>
              <a:rPr lang="en-US" sz="2800" b="1">
                <a:solidFill>
                  <a:schemeClr val="accent1"/>
                </a:solidFill>
              </a:rPr>
              <a:t>1. Data acquisition agents </a:t>
            </a:r>
          </a:p>
        </p:txBody>
      </p:sp>
      <p:sp>
        <p:nvSpPr>
          <p:cNvPr id="9" name="TextBox 8">
            <a:extLst>
              <a:ext uri="{FF2B5EF4-FFF2-40B4-BE49-F238E27FC236}">
                <a16:creationId xmlns:a16="http://schemas.microsoft.com/office/drawing/2014/main" id="{0D4E0BEB-5B84-0B53-0DEB-18F45BA44AB8}"/>
              </a:ext>
            </a:extLst>
          </p:cNvPr>
          <p:cNvSpPr txBox="1"/>
          <p:nvPr/>
        </p:nvSpPr>
        <p:spPr>
          <a:xfrm>
            <a:off x="228600" y="698500"/>
            <a:ext cx="11301413" cy="4678204"/>
          </a:xfrm>
          <a:prstGeom prst="rect">
            <a:avLst/>
          </a:prstGeom>
          <a:solidFill>
            <a:schemeClr val="bg1"/>
          </a:solidFill>
        </p:spPr>
        <p:txBody>
          <a:bodyPr wrap="square">
            <a:spAutoFit/>
          </a:bodyPr>
          <a:lstStyle/>
          <a:p>
            <a:r>
              <a:rPr lang="en-GB" b="1" dirty="0">
                <a:solidFill>
                  <a:schemeClr val="accent1"/>
                </a:solidFill>
              </a:rPr>
              <a:t>Sub-process 1.3: Integrate and initial merge</a:t>
            </a:r>
            <a:endParaRPr lang="en-GB" sz="1600" b="1" dirty="0"/>
          </a:p>
          <a:p>
            <a:pPr marL="171450" indent="-171450">
              <a:buFont typeface="Arial" panose="020B0604020202020204" pitchFamily="34" charset="0"/>
              <a:buChar char="•"/>
            </a:pPr>
            <a:r>
              <a:rPr lang="en-GB" sz="1600" b="1" dirty="0"/>
              <a:t>Inputs </a:t>
            </a:r>
          </a:p>
          <a:p>
            <a:pPr marL="628650" lvl="1" indent="-171450">
              <a:buFont typeface="Arial" panose="020B0604020202020204" pitchFamily="34" charset="0"/>
              <a:buChar char="•"/>
            </a:pPr>
            <a:r>
              <a:rPr lang="en-GB" sz="1200" b="1" dirty="0"/>
              <a:t>Internal </a:t>
            </a:r>
            <a:r>
              <a:rPr lang="en-GB" sz="1200" b="1" dirty="0">
                <a:solidFill>
                  <a:srgbClr val="000000"/>
                </a:solidFill>
              </a:rPr>
              <a:t>data sources</a:t>
            </a:r>
            <a:r>
              <a:rPr lang="en-GB" sz="1200" b="1" dirty="0"/>
              <a:t>:</a:t>
            </a:r>
            <a:r>
              <a:rPr lang="en-GB" sz="1200" dirty="0"/>
              <a:t> The </a:t>
            </a:r>
            <a:r>
              <a:rPr lang="en-GB" sz="1200" dirty="0">
                <a:solidFill>
                  <a:srgbClr val="000000"/>
                </a:solidFill>
              </a:rPr>
              <a:t>outputs</a:t>
            </a:r>
            <a:r>
              <a:rPr lang="en-GB" sz="1200" dirty="0"/>
              <a:t> from sub-process 1.1 (portfolio holdings) and 1.2 (emissions and reference data) -both are needed her</a:t>
            </a:r>
          </a:p>
          <a:p>
            <a:pPr marL="628650" lvl="1" indent="-171450">
              <a:buFont typeface="Arial" panose="020B0604020202020204" pitchFamily="34" charset="0"/>
              <a:buChar char="•"/>
            </a:pPr>
            <a:r>
              <a:rPr lang="en-GB" sz="1200" b="1" dirty="0"/>
              <a:t>External </a:t>
            </a:r>
            <a:r>
              <a:rPr lang="en-GB" sz="1200" b="1" dirty="0">
                <a:solidFill>
                  <a:srgbClr val="000000"/>
                </a:solidFill>
              </a:rPr>
              <a:t>data sources</a:t>
            </a:r>
            <a:r>
              <a:rPr lang="en-GB" sz="1200" b="1" dirty="0"/>
              <a:t>:</a:t>
            </a:r>
            <a:r>
              <a:rPr lang="en-GB" sz="1200" dirty="0"/>
              <a:t> No new external input in this step, beyond what was gathered in 1.2</a:t>
            </a:r>
          </a:p>
          <a:p>
            <a:pPr marL="628650" lvl="1" indent="-171450">
              <a:buFont typeface="Arial" panose="020B0604020202020204" pitchFamily="34" charset="0"/>
              <a:buChar char="•"/>
            </a:pPr>
            <a:endParaRPr lang="en-GB" sz="1200" dirty="0"/>
          </a:p>
          <a:p>
            <a:pPr marL="171450" indent="-171450">
              <a:buFont typeface="Arial" panose="020B0604020202020204" pitchFamily="34" charset="0"/>
              <a:buChar char="•"/>
            </a:pPr>
            <a:r>
              <a:rPr lang="en-GB" sz="1600" b="1" dirty="0"/>
              <a:t>Processing logic</a:t>
            </a:r>
            <a:r>
              <a:rPr lang="en-GB" sz="1600" dirty="0"/>
              <a:t> </a:t>
            </a:r>
          </a:p>
          <a:p>
            <a:pPr marL="628650" lvl="1" indent="-171450">
              <a:buFont typeface="Arial" panose="020B0604020202020204" pitchFamily="34" charset="0"/>
              <a:buChar char="•"/>
            </a:pPr>
            <a:r>
              <a:rPr lang="en-GB" sz="1200" dirty="0"/>
              <a:t>Merge the internal and external datasets to create a unified view per investment: join the holdings table with the emissions data and financial metrics using the mapping established. After merging, each investment should have: its financial attributes (investment value, etc.), the investee’s emissions (Scope 1 and 2), and the investee’s EVIC or project value</a:t>
            </a:r>
          </a:p>
          <a:p>
            <a:pPr marL="628650" lvl="1" indent="-171450">
              <a:buFont typeface="Arial" panose="020B0604020202020204" pitchFamily="34" charset="0"/>
              <a:buChar char="•"/>
            </a:pPr>
            <a:r>
              <a:rPr lang="en-GB" sz="1200" dirty="0"/>
              <a:t>Scope 3 of Scope 3 should be held separate and estimated using the inferred Scope 3 activities</a:t>
            </a:r>
          </a:p>
          <a:p>
            <a:pPr marL="628650" lvl="1" indent="-171450">
              <a:buFont typeface="Arial" panose="020B0604020202020204" pitchFamily="34" charset="0"/>
              <a:buChar char="•"/>
            </a:pPr>
            <a:r>
              <a:rPr lang="en-GB" sz="1200" dirty="0"/>
              <a:t>For any investments that could not be matched to external data (e.g., a private company with no disclosed footprint, or a small project without data), leave placeholders or default values (to be handled in validation). Ensure that the data types are consistent (e.g., emissions all in the same unit, currency consistency for financial data).</a:t>
            </a:r>
          </a:p>
          <a:p>
            <a:pPr marL="171450" indent="-171450">
              <a:buFont typeface="Arial" panose="020B0604020202020204" pitchFamily="34" charset="0"/>
              <a:buChar char="•"/>
            </a:pPr>
            <a:endParaRPr lang="en-GB" sz="1600" b="1" dirty="0"/>
          </a:p>
          <a:p>
            <a:pPr marL="171450" indent="-171450">
              <a:buFont typeface="Arial" panose="020B0604020202020204" pitchFamily="34" charset="0"/>
              <a:buChar char="•"/>
            </a:pPr>
            <a:r>
              <a:rPr lang="en-GB" sz="1600" b="1" dirty="0"/>
              <a:t>Outputs</a:t>
            </a:r>
            <a:endParaRPr lang="en-GB" sz="1600" dirty="0"/>
          </a:p>
          <a:p>
            <a:pPr marL="628650" lvl="1" indent="-171450">
              <a:buFont typeface="Arial" panose="020B0604020202020204" pitchFamily="34" charset="0"/>
              <a:buChar char="•"/>
            </a:pPr>
            <a:r>
              <a:rPr lang="en-GB" sz="1200" dirty="0"/>
              <a:t>A </a:t>
            </a:r>
            <a:r>
              <a:rPr lang="en-GB" sz="1200" b="1" dirty="0"/>
              <a:t>consolidated portfolio carbon dataset</a:t>
            </a:r>
            <a:r>
              <a:rPr lang="en-GB" sz="1200" dirty="0"/>
              <a:t> – effectively a table where each row is an investment and columns include all fields needed for emissions calculation (such as: Investment ID, Name, Asset Class, Amount Invested, % Ownership, Company/Asset Emissions (</a:t>
            </a:r>
            <a:r>
              <a:rPr lang="en-GB" sz="1200" dirty="0" err="1"/>
              <a:t>tCO₂e</a:t>
            </a:r>
            <a:r>
              <a:rPr lang="en-GB" sz="1200" dirty="0"/>
              <a:t>), Company EVIC (£), etc.). Also, an </a:t>
            </a:r>
            <a:r>
              <a:rPr lang="en-GB" sz="1200" b="1" dirty="0"/>
              <a:t>initial data coverage report</a:t>
            </a:r>
            <a:r>
              <a:rPr lang="en-GB" sz="1200" dirty="0"/>
              <a:t> can be produced, summarising how many investments have full data and highlighting data gaps (for example, “85% of portfolio by value has direct emissions data; 15% will need estimation”). This sets the stage for the validation phase.</a:t>
            </a:r>
          </a:p>
          <a:p>
            <a:endParaRPr lang="en-GB" sz="1200" i="1" dirty="0"/>
          </a:p>
          <a:p>
            <a:r>
              <a:rPr lang="en-GB" sz="1200" dirty="0"/>
              <a:t>Example: After Phase 1, we will have a row like: Bond XYZ – £10M invested – Issuer: ABC Corp – Sector: Utilities – ABC Corp Emissions: 5,000 </a:t>
            </a:r>
            <a:r>
              <a:rPr lang="en-GB" sz="1200" dirty="0" err="1"/>
              <a:t>tCO₂e</a:t>
            </a:r>
            <a:r>
              <a:rPr lang="en-GB" sz="1200" dirty="0"/>
              <a:t> (Scope 1+2) and 25,000 </a:t>
            </a:r>
            <a:r>
              <a:rPr lang="en-GB" sz="1200" dirty="0" err="1"/>
              <a:t>tCO₂e</a:t>
            </a:r>
            <a:r>
              <a:rPr lang="en-GB" sz="1200" dirty="0"/>
              <a:t> (Scope3) – ABC Corp EVIC: £50B</a:t>
            </a:r>
          </a:p>
          <a:p>
            <a:endParaRPr lang="en-GB" sz="1200" dirty="0"/>
          </a:p>
          <a:p>
            <a:r>
              <a:rPr lang="en-GB" sz="1200" dirty="0"/>
              <a:t>A row for a real estate asset will show Property 123 – £200M (75% ownership) - Building emissions: (not yet available, flagged for proxy)</a:t>
            </a:r>
          </a:p>
        </p:txBody>
      </p:sp>
    </p:spTree>
    <p:extLst>
      <p:ext uri="{BB962C8B-B14F-4D97-AF65-F5344CB8AC3E}">
        <p14:creationId xmlns:p14="http://schemas.microsoft.com/office/powerpoint/2010/main" val="3035004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D340-073C-67B7-33D8-D761EFE39C13}"/>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C3CE5353-F691-BC20-F052-09800E4CB40C}"/>
              </a:ext>
            </a:extLst>
          </p:cNvPr>
          <p:cNvSpPr>
            <a:spLocks noGrp="1"/>
          </p:cNvSpPr>
          <p:nvPr>
            <p:ph type="title"/>
          </p:nvPr>
        </p:nvSpPr>
        <p:spPr>
          <a:xfrm>
            <a:off x="228600" y="332740"/>
            <a:ext cx="11734800" cy="365760"/>
          </a:xfrm>
        </p:spPr>
        <p:txBody>
          <a:bodyPr/>
          <a:lstStyle/>
          <a:p>
            <a:r>
              <a:rPr lang="en-US" sz="2800" b="1">
                <a:solidFill>
                  <a:schemeClr val="accent1"/>
                </a:solidFill>
              </a:rPr>
              <a:t>2. Data validation agents </a:t>
            </a:r>
          </a:p>
        </p:txBody>
      </p:sp>
      <p:sp>
        <p:nvSpPr>
          <p:cNvPr id="9" name="TextBox 8">
            <a:extLst>
              <a:ext uri="{FF2B5EF4-FFF2-40B4-BE49-F238E27FC236}">
                <a16:creationId xmlns:a16="http://schemas.microsoft.com/office/drawing/2014/main" id="{A9DB854A-4891-752D-B4D3-E4C35E540423}"/>
              </a:ext>
            </a:extLst>
          </p:cNvPr>
          <p:cNvSpPr txBox="1"/>
          <p:nvPr/>
        </p:nvSpPr>
        <p:spPr>
          <a:xfrm>
            <a:off x="228600" y="698500"/>
            <a:ext cx="11301413" cy="6463308"/>
          </a:xfrm>
          <a:prstGeom prst="rect">
            <a:avLst/>
          </a:prstGeom>
          <a:solidFill>
            <a:schemeClr val="bg1"/>
          </a:solidFill>
        </p:spPr>
        <p:txBody>
          <a:bodyPr wrap="square">
            <a:spAutoFit/>
          </a:bodyPr>
          <a:lstStyle/>
          <a:p>
            <a:r>
              <a:rPr lang="en-GB" b="1" dirty="0">
                <a:solidFill>
                  <a:schemeClr val="accent1"/>
                </a:solidFill>
              </a:rPr>
              <a:t>Sub-process 2.1: Data completeness and accuracy audit</a:t>
            </a:r>
            <a:endParaRPr lang="en-GB" dirty="0">
              <a:solidFill>
                <a:schemeClr val="accent1"/>
              </a:solidFill>
            </a:endParaRPr>
          </a:p>
          <a:p>
            <a:pPr marL="171450" indent="-171450">
              <a:buFont typeface="Arial" panose="020B0604020202020204" pitchFamily="34" charset="0"/>
              <a:buChar char="•"/>
            </a:pPr>
            <a:endParaRPr lang="en-GB" sz="1200" b="1" dirty="0"/>
          </a:p>
          <a:p>
            <a:pPr marL="171450" indent="-171450">
              <a:buFont typeface="Arial" panose="020B0604020202020204" pitchFamily="34" charset="0"/>
              <a:buChar char="•"/>
            </a:pPr>
            <a:r>
              <a:rPr lang="en-GB" sz="1600" b="1" dirty="0"/>
              <a:t>Inputs</a:t>
            </a:r>
            <a:endParaRPr lang="en-GB" sz="1200" b="1" dirty="0"/>
          </a:p>
          <a:p>
            <a:pPr marL="628650" lvl="1" indent="-171450">
              <a:buFont typeface="Arial" panose="020B0604020202020204" pitchFamily="34" charset="0"/>
              <a:buChar char="•"/>
            </a:pPr>
            <a:r>
              <a:rPr lang="en-GB" sz="1200" b="1" dirty="0">
                <a:solidFill>
                  <a:schemeClr val="accent1"/>
                </a:solidFill>
              </a:rPr>
              <a:t>0. Internal data sources - The consolidated dataset from Process 1</a:t>
            </a:r>
          </a:p>
          <a:p>
            <a:pPr lvl="1"/>
            <a:r>
              <a:rPr lang="en-GB" sz="1200" b="1" dirty="0">
                <a:solidFill>
                  <a:schemeClr val="accent1"/>
                </a:solidFill>
              </a:rPr>
              <a:t>1 ‘Get Internal Data for Validation, Imputation and Estimation’ </a:t>
            </a:r>
            <a:endParaRPr lang="en-GB" sz="1200" dirty="0">
              <a:solidFill>
                <a:schemeClr val="accent1"/>
              </a:solidFill>
            </a:endParaRPr>
          </a:p>
          <a:p>
            <a:pPr marL="628650" lvl="1" indent="-171450">
              <a:buFont typeface="Arial" panose="020B0604020202020204" pitchFamily="34" charset="0"/>
              <a:buChar char="•"/>
            </a:pPr>
            <a:r>
              <a:rPr lang="en-GB" sz="1200" b="1" dirty="0">
                <a:solidFill>
                  <a:schemeClr val="accent3">
                    <a:lumMod val="75000"/>
                  </a:schemeClr>
                </a:solidFill>
              </a:rPr>
              <a:t>1. Internal data sources - Middle Office Team DB:  </a:t>
            </a:r>
            <a:r>
              <a:rPr lang="en-GB" sz="1200" dirty="0">
                <a:solidFill>
                  <a:schemeClr val="accent3">
                    <a:lumMod val="75000"/>
                  </a:schemeClr>
                </a:solidFill>
              </a:rPr>
              <a:t>Financial figures for a cross-check that the sum of all bond positions’ values matches known totals etc</a:t>
            </a:r>
          </a:p>
          <a:p>
            <a:pPr marL="628650" lvl="1" indent="-171450">
              <a:buFont typeface="Arial" panose="020B0604020202020204" pitchFamily="34" charset="0"/>
              <a:buChar char="•"/>
            </a:pPr>
            <a:r>
              <a:rPr lang="en-GB" sz="1200" b="1" dirty="0">
                <a:solidFill>
                  <a:schemeClr val="accent3">
                    <a:lumMod val="75000"/>
                  </a:schemeClr>
                </a:solidFill>
              </a:rPr>
              <a:t>1 Internal data sources - Reporting Team  DB: </a:t>
            </a:r>
            <a:r>
              <a:rPr lang="en-GB" sz="1200" dirty="0">
                <a:solidFill>
                  <a:schemeClr val="accent3">
                    <a:lumMod val="75000"/>
                  </a:schemeClr>
                </a:solidFill>
              </a:rPr>
              <a:t>Leverage last year’s disclosed data or baseline for comparison</a:t>
            </a:r>
          </a:p>
          <a:p>
            <a:pPr marL="628650" lvl="1" indent="-171450">
              <a:buFont typeface="Arial" panose="020B0604020202020204" pitchFamily="34" charset="0"/>
              <a:buChar char="•"/>
            </a:pPr>
            <a:r>
              <a:rPr lang="en-GB" sz="1200" b="1" dirty="0">
                <a:solidFill>
                  <a:schemeClr val="accent3">
                    <a:lumMod val="75000"/>
                  </a:schemeClr>
                </a:solidFill>
              </a:rPr>
              <a:t>1Internal data sources </a:t>
            </a:r>
            <a:r>
              <a:rPr lang="en-GB" sz="1200" dirty="0">
                <a:solidFill>
                  <a:schemeClr val="accent3">
                    <a:lumMod val="75000"/>
                  </a:schemeClr>
                </a:solidFill>
              </a:rPr>
              <a:t>- </a:t>
            </a:r>
            <a:r>
              <a:rPr lang="en-GB" sz="1200" b="1" dirty="0">
                <a:solidFill>
                  <a:schemeClr val="accent3">
                    <a:lumMod val="75000"/>
                  </a:schemeClr>
                </a:solidFill>
              </a:rPr>
              <a:t>Climate Solutions Team DB: </a:t>
            </a:r>
            <a:r>
              <a:rPr lang="en-GB" sz="1200" dirty="0">
                <a:solidFill>
                  <a:schemeClr val="accent3">
                    <a:lumMod val="75000"/>
                  </a:schemeClr>
                </a:solidFill>
              </a:rPr>
              <a:t> An internal database of known issues or last-known emissions for certain entities</a:t>
            </a:r>
            <a:endParaRPr lang="en-GB" sz="1200" b="1" dirty="0">
              <a:solidFill>
                <a:schemeClr val="accent3">
                  <a:lumMod val="75000"/>
                </a:schemeClr>
              </a:solidFill>
            </a:endParaRPr>
          </a:p>
          <a:p>
            <a:pPr lvl="1"/>
            <a:endParaRPr lang="en-GB" sz="1200" b="1" dirty="0">
              <a:solidFill>
                <a:schemeClr val="accent2">
                  <a:lumMod val="25000"/>
                </a:schemeClr>
              </a:solidFill>
            </a:endParaRPr>
          </a:p>
          <a:p>
            <a:pPr lvl="1"/>
            <a:r>
              <a:rPr lang="en-GB" sz="1200" b="1" dirty="0">
                <a:solidFill>
                  <a:schemeClr val="accent1"/>
                </a:solidFill>
              </a:rPr>
              <a:t>1 ‘Get External Data for Validation, Imputation and Estimation’ </a:t>
            </a:r>
            <a:endParaRPr lang="en-GB" sz="1200" dirty="0">
              <a:solidFill>
                <a:schemeClr val="accent1"/>
              </a:solidFill>
            </a:endParaRPr>
          </a:p>
          <a:p>
            <a:pPr marL="628650" lvl="1" indent="-171450">
              <a:buFont typeface="Arial" panose="020B0604020202020204" pitchFamily="34" charset="0"/>
              <a:buChar char="•"/>
            </a:pPr>
            <a:r>
              <a:rPr lang="en-GB" sz="1200" b="1" dirty="0">
                <a:solidFill>
                  <a:schemeClr val="accent2">
                    <a:lumMod val="25000"/>
                  </a:schemeClr>
                </a:solidFill>
              </a:rPr>
              <a:t>1. External data sources - CDP, Bloomberg, Refinitiv etc:</a:t>
            </a:r>
            <a:r>
              <a:rPr lang="en-GB" sz="1200" dirty="0">
                <a:solidFill>
                  <a:schemeClr val="accent2">
                    <a:lumMod val="25000"/>
                  </a:schemeClr>
                </a:solidFill>
              </a:rPr>
              <a:t> Alternative or secondary data sources for verification. i.e. if primary emissions data came from one vendor, we want to spot-check a few large issuers against another source (like checking a company’s annual report or CDP report for the reported emissions). Also, the agent will use publicly available data for sanity checks (e.g., if a company’s revenue is known, is the emissions figure roughly plausible for that industry?)</a:t>
            </a:r>
          </a:p>
          <a:p>
            <a:pPr marL="628650" lvl="1" indent="-171450">
              <a:buFont typeface="Arial" panose="020B0604020202020204" pitchFamily="34" charset="0"/>
              <a:buChar char="•"/>
            </a:pPr>
            <a:endParaRPr lang="en-GB" sz="1200" dirty="0"/>
          </a:p>
          <a:p>
            <a:r>
              <a:rPr lang="en-GB" sz="1600" b="1" dirty="0"/>
              <a:t>Processing Logic:</a:t>
            </a:r>
            <a:r>
              <a:rPr lang="en-GB" sz="1600" dirty="0"/>
              <a:t> Perform a systematic QA sweep:</a:t>
            </a:r>
          </a:p>
          <a:p>
            <a:pPr marL="628650" lvl="1" indent="-171450">
              <a:buFont typeface="Arial" panose="020B0604020202020204" pitchFamily="34" charset="0"/>
              <a:buChar char="•"/>
            </a:pPr>
            <a:r>
              <a:rPr lang="en-GB" sz="1200" b="1" dirty="0">
                <a:solidFill>
                  <a:srgbClr val="FFC000"/>
                </a:solidFill>
              </a:rPr>
              <a:t>2. ‘Identify Anomalies and Inconsistencies’</a:t>
            </a:r>
          </a:p>
          <a:p>
            <a:pPr marL="628650" lvl="1" indent="-171450">
              <a:buFont typeface="Arial" panose="020B0604020202020204" pitchFamily="34" charset="0"/>
              <a:buChar char="•"/>
            </a:pPr>
            <a:r>
              <a:rPr lang="en-GB" sz="1200" b="1" dirty="0">
                <a:solidFill>
                  <a:srgbClr val="FFC000"/>
                </a:solidFill>
              </a:rPr>
              <a:t>Identify any missing data fields: </a:t>
            </a:r>
            <a:r>
              <a:rPr lang="en-GB" sz="1200" dirty="0">
                <a:solidFill>
                  <a:srgbClr val="FFC000"/>
                </a:solidFill>
              </a:rPr>
              <a:t>Any investment with blank emissions or missing EVIC or other needed input is catalogued (for example, “Property 123 – missing emissions data”)</a:t>
            </a:r>
          </a:p>
          <a:p>
            <a:pPr marL="628650" lvl="1" indent="-171450">
              <a:buFont typeface="Arial" panose="020B0604020202020204" pitchFamily="34" charset="0"/>
              <a:buChar char="•"/>
            </a:pPr>
            <a:r>
              <a:rPr lang="en-GB" sz="1200" b="1" dirty="0">
                <a:solidFill>
                  <a:srgbClr val="FFC000"/>
                </a:solidFill>
              </a:rPr>
              <a:t>2. Check for outliers or anomalies: </a:t>
            </a:r>
            <a:r>
              <a:rPr lang="en-GB" sz="1200" dirty="0">
                <a:solidFill>
                  <a:srgbClr val="FFC000"/>
                </a:solidFill>
              </a:rPr>
              <a:t>Extremely high or low emission intensities (</a:t>
            </a:r>
            <a:r>
              <a:rPr lang="en-GB" sz="1200" dirty="0" err="1">
                <a:solidFill>
                  <a:srgbClr val="FFC000"/>
                </a:solidFill>
              </a:rPr>
              <a:t>tCO₂e</a:t>
            </a:r>
            <a:r>
              <a:rPr lang="en-GB" sz="1200" dirty="0">
                <a:solidFill>
                  <a:srgbClr val="FFC000"/>
                </a:solidFill>
              </a:rPr>
              <a:t> / £ invested) compared to peers. If a bond position in a small company shows an unusually large emission number, flag it for review - it could indicate a data error or a mismatch</a:t>
            </a:r>
          </a:p>
          <a:p>
            <a:pPr marL="628650" lvl="1" indent="-171450">
              <a:buFont typeface="Arial" panose="020B0604020202020204" pitchFamily="34" charset="0"/>
              <a:buChar char="•"/>
            </a:pPr>
            <a:r>
              <a:rPr lang="en-GB" sz="1200" b="1" dirty="0">
                <a:solidFill>
                  <a:srgbClr val="FFC000"/>
                </a:solidFill>
              </a:rPr>
              <a:t>2. Ensure consistency: </a:t>
            </a:r>
            <a:r>
              <a:rPr lang="en-GB" sz="1200" dirty="0">
                <a:solidFill>
                  <a:srgbClr val="FFC000"/>
                </a:solidFill>
              </a:rPr>
              <a:t>If the same company appears multiple times (perhaps in bonds), verify that the emissions and EVIC data are identical for each instance (avoid duplication or divergence in data for the same entity). Also verify the currency and units alignment (no mixing of CO₂ scopes or units).</a:t>
            </a:r>
          </a:p>
          <a:p>
            <a:pPr marL="628650" lvl="1" indent="-171450">
              <a:buFont typeface="Arial" panose="020B0604020202020204" pitchFamily="34" charset="0"/>
              <a:buChar char="•"/>
            </a:pPr>
            <a:r>
              <a:rPr lang="en-GB" sz="1200" b="1" dirty="0">
                <a:solidFill>
                  <a:schemeClr val="accent1"/>
                </a:solidFill>
              </a:rPr>
              <a:t>‘3. ‘Compare against expectation’ </a:t>
            </a:r>
          </a:p>
          <a:p>
            <a:pPr marL="628650" lvl="1" indent="-171450">
              <a:buFont typeface="Arial" panose="020B0604020202020204" pitchFamily="34" charset="0"/>
              <a:buChar char="•"/>
            </a:pPr>
            <a:r>
              <a:rPr lang="en-GB" sz="1200" b="1" dirty="0">
                <a:solidFill>
                  <a:schemeClr val="accent1"/>
                </a:solidFill>
              </a:rPr>
              <a:t>3 Compare aggregated figures with expectations: </a:t>
            </a:r>
            <a:r>
              <a:rPr lang="en-GB" sz="1200" dirty="0">
                <a:solidFill>
                  <a:schemeClr val="accent1"/>
                </a:solidFill>
              </a:rPr>
              <a:t>Compute a preliminary sum of emissions using available data to see if it’s in a reasonable range given known industry benchmarks.</a:t>
            </a:r>
          </a:p>
          <a:p>
            <a:pPr marL="628650" lvl="1" indent="-171450">
              <a:buFont typeface="Arial" panose="020B0604020202020204" pitchFamily="34" charset="0"/>
              <a:buChar char="•"/>
            </a:pPr>
            <a:r>
              <a:rPr lang="en-GB" sz="1200" b="1" dirty="0">
                <a:solidFill>
                  <a:schemeClr val="accent6">
                    <a:lumMod val="60000"/>
                    <a:lumOff val="40000"/>
                  </a:schemeClr>
                </a:solidFill>
              </a:rPr>
              <a:t>‘Produce DQ report’ </a:t>
            </a:r>
          </a:p>
          <a:p>
            <a:pPr marL="628650" lvl="1" indent="-171450">
              <a:buFont typeface="Arial" panose="020B0604020202020204" pitchFamily="34" charset="0"/>
              <a:buChar char="•"/>
            </a:pPr>
            <a:r>
              <a:rPr lang="en-GB" sz="1200" b="1" dirty="0">
                <a:solidFill>
                  <a:schemeClr val="accent6">
                    <a:lumMod val="60000"/>
                    <a:lumOff val="40000"/>
                  </a:schemeClr>
                </a:solidFill>
              </a:rPr>
              <a:t>4 Document findings in a data quality report: </a:t>
            </a:r>
            <a:r>
              <a:rPr lang="en-GB" sz="1200" dirty="0">
                <a:solidFill>
                  <a:schemeClr val="accent6">
                    <a:lumMod val="60000"/>
                    <a:lumOff val="40000"/>
                  </a:schemeClr>
                </a:solidFill>
              </a:rPr>
              <a:t>Lists issues like missing values, anomalies, and preliminary data quality score. (Using PCAF’s scoring scheme, data from company disclosures = high quality, proxies = lower quality etc)</a:t>
            </a:r>
          </a:p>
          <a:p>
            <a:r>
              <a:rPr lang="en-GB" sz="1600" b="1" dirty="0"/>
              <a:t>Outputs:</a:t>
            </a:r>
            <a:r>
              <a:rPr lang="en-GB" sz="1600" dirty="0"/>
              <a:t> </a:t>
            </a:r>
            <a:endParaRPr lang="en-GB" sz="1200" dirty="0"/>
          </a:p>
          <a:p>
            <a:pPr marL="628650" lvl="1" indent="-171450">
              <a:buFont typeface="Arial" panose="020B0604020202020204" pitchFamily="34" charset="0"/>
              <a:buChar char="•"/>
            </a:pPr>
            <a:r>
              <a:rPr lang="en-GB" sz="1200" b="1" dirty="0">
                <a:solidFill>
                  <a:schemeClr val="accent6">
                    <a:lumMod val="60000"/>
                    <a:lumOff val="40000"/>
                  </a:schemeClr>
                </a:solidFill>
              </a:rPr>
              <a:t>Output from 4 A list of data issues that need resolving (e.g. 10 investments with missing emissions, 2 outliers to double-check etc) </a:t>
            </a:r>
          </a:p>
          <a:p>
            <a:pPr marL="628650" lvl="1" indent="-171450">
              <a:buFont typeface="Arial" panose="020B0604020202020204" pitchFamily="34" charset="0"/>
              <a:buChar char="•"/>
            </a:pPr>
            <a:r>
              <a:rPr lang="en-GB" sz="1200" b="1" dirty="0">
                <a:solidFill>
                  <a:schemeClr val="accent6">
                    <a:lumMod val="60000"/>
                    <a:lumOff val="40000"/>
                  </a:schemeClr>
                </a:solidFill>
              </a:rPr>
              <a:t>Output from 4 An initial data quality assessment for each data point (possibly tagging each investment’s emissions data with PCAF quality grade 1-5)</a:t>
            </a:r>
          </a:p>
          <a:p>
            <a:pPr marL="628650" lvl="1" indent="-171450">
              <a:buFont typeface="Arial" panose="020B0604020202020204" pitchFamily="34" charset="0"/>
              <a:buChar char="•"/>
            </a:pPr>
            <a:r>
              <a:rPr lang="en-GB" sz="1200" b="1" dirty="0">
                <a:solidFill>
                  <a:schemeClr val="accent6">
                    <a:lumMod val="60000"/>
                    <a:lumOff val="40000"/>
                  </a:schemeClr>
                </a:solidFill>
              </a:rPr>
              <a:t>Output from 4 Also, an updated dataset where obvious errors have been corrected (if any minor fixes can be done immediately, like correcting a unit error). This sub-process sets the stage for targeted proxy data application and final confirmation</a:t>
            </a:r>
          </a:p>
        </p:txBody>
      </p:sp>
    </p:spTree>
    <p:extLst>
      <p:ext uri="{BB962C8B-B14F-4D97-AF65-F5344CB8AC3E}">
        <p14:creationId xmlns:p14="http://schemas.microsoft.com/office/powerpoint/2010/main" val="2509582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2E26D-4409-69F3-0645-37606342B75D}"/>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F22855F3-A5FC-7B6F-C57B-978BDD0A65ED}"/>
              </a:ext>
            </a:extLst>
          </p:cNvPr>
          <p:cNvSpPr>
            <a:spLocks noGrp="1"/>
          </p:cNvSpPr>
          <p:nvPr>
            <p:ph type="title"/>
          </p:nvPr>
        </p:nvSpPr>
        <p:spPr>
          <a:xfrm>
            <a:off x="228600" y="332740"/>
            <a:ext cx="11734800" cy="365760"/>
          </a:xfrm>
        </p:spPr>
        <p:txBody>
          <a:bodyPr/>
          <a:lstStyle/>
          <a:p>
            <a:r>
              <a:rPr lang="en-US" sz="2800" b="1">
                <a:solidFill>
                  <a:schemeClr val="accent1"/>
                </a:solidFill>
              </a:rPr>
              <a:t>2. Data validation agents </a:t>
            </a:r>
          </a:p>
        </p:txBody>
      </p:sp>
      <p:sp>
        <p:nvSpPr>
          <p:cNvPr id="9" name="TextBox 8">
            <a:extLst>
              <a:ext uri="{FF2B5EF4-FFF2-40B4-BE49-F238E27FC236}">
                <a16:creationId xmlns:a16="http://schemas.microsoft.com/office/drawing/2014/main" id="{F0C771C3-BEB2-C23E-0BCA-8F21D24B06A8}"/>
              </a:ext>
            </a:extLst>
          </p:cNvPr>
          <p:cNvSpPr txBox="1"/>
          <p:nvPr/>
        </p:nvSpPr>
        <p:spPr>
          <a:xfrm>
            <a:off x="228600" y="698500"/>
            <a:ext cx="11301413" cy="6647974"/>
          </a:xfrm>
          <a:prstGeom prst="rect">
            <a:avLst/>
          </a:prstGeom>
          <a:solidFill>
            <a:schemeClr val="bg1"/>
          </a:solidFill>
        </p:spPr>
        <p:txBody>
          <a:bodyPr wrap="square">
            <a:spAutoFit/>
          </a:bodyPr>
          <a:lstStyle/>
          <a:p>
            <a:r>
              <a:rPr lang="en-GB" b="1" dirty="0">
                <a:solidFill>
                  <a:schemeClr val="accent1"/>
                </a:solidFill>
              </a:rPr>
              <a:t>Sub-process 2.2: Apply proxy data &amp; assumptions</a:t>
            </a:r>
            <a:endParaRPr lang="en-GB" dirty="0">
              <a:solidFill>
                <a:schemeClr val="accent1"/>
              </a:solidFill>
            </a:endParaRPr>
          </a:p>
          <a:p>
            <a:endParaRPr lang="en-GB" sz="1200" b="1" dirty="0"/>
          </a:p>
          <a:p>
            <a:r>
              <a:rPr lang="en-GB" sz="1600" b="1" dirty="0"/>
              <a:t>Inputs</a:t>
            </a:r>
            <a:endParaRPr lang="en-GB" sz="1200" b="1" dirty="0"/>
          </a:p>
          <a:p>
            <a:pPr lvl="1"/>
            <a:r>
              <a:rPr lang="en-GB" sz="1200" b="1" dirty="0">
                <a:solidFill>
                  <a:schemeClr val="accent1"/>
                </a:solidFill>
              </a:rPr>
              <a:t>1 ‘Get Internal Data for Validation, Imputation and Estimation’ </a:t>
            </a:r>
            <a:endParaRPr lang="en-GB" sz="1200" dirty="0">
              <a:solidFill>
                <a:schemeClr val="accent1"/>
              </a:solidFill>
            </a:endParaRPr>
          </a:p>
          <a:p>
            <a:pPr marL="628650" lvl="1" indent="-171450">
              <a:buFont typeface="Arial" panose="020B0604020202020204" pitchFamily="34" charset="0"/>
              <a:buChar char="•"/>
            </a:pPr>
            <a:r>
              <a:rPr lang="en-GB" sz="1200" b="1" dirty="0">
                <a:solidFill>
                  <a:schemeClr val="accent6">
                    <a:lumMod val="60000"/>
                    <a:lumOff val="40000"/>
                  </a:schemeClr>
                </a:solidFill>
              </a:rPr>
              <a:t>1. Internal data source - Climate Solutions</a:t>
            </a:r>
            <a:r>
              <a:rPr lang="en-GB" sz="1200" dirty="0">
                <a:solidFill>
                  <a:schemeClr val="accent6">
                    <a:lumMod val="60000"/>
                    <a:lumOff val="40000"/>
                  </a:schemeClr>
                </a:solidFill>
              </a:rPr>
              <a:t>: Guidance documents or tools from the Climate Solutions team on how to handle missing data. This may include an internal ’Proxy Methodology Paper’ that outlines accepted approaches (for example: “if a company’s emissions are missing, use the sector average emissions per revenue multiplied by the company’s revenue). Also, the team itself, which can generate proxy values using their models</a:t>
            </a:r>
          </a:p>
          <a:p>
            <a:pPr marL="628650" lvl="1" indent="-171450">
              <a:buFont typeface="Arial" panose="020B0604020202020204" pitchFamily="34" charset="0"/>
              <a:buChar char="•"/>
            </a:pPr>
            <a:r>
              <a:rPr lang="en-GB" sz="1200" b="1" dirty="0">
                <a:solidFill>
                  <a:schemeClr val="accent6">
                    <a:lumMod val="60000"/>
                    <a:lumOff val="40000"/>
                  </a:schemeClr>
                </a:solidFill>
              </a:rPr>
              <a:t>1. Internal data source - Group Climate: </a:t>
            </a:r>
            <a:r>
              <a:rPr lang="en-GB" sz="1200" dirty="0">
                <a:solidFill>
                  <a:schemeClr val="accent6">
                    <a:lumMod val="60000"/>
                    <a:lumOff val="40000"/>
                  </a:schemeClr>
                </a:solidFill>
              </a:rPr>
              <a:t>Obtain have preferences based on regulatory expectations - e.g., to use conservative estimates or to disclose certain assumptions explicitly</a:t>
            </a:r>
          </a:p>
          <a:p>
            <a:pPr marL="628650" lvl="1" indent="-171450">
              <a:buFont typeface="Arial" panose="020B0604020202020204" pitchFamily="34" charset="0"/>
              <a:buChar char="•"/>
            </a:pPr>
            <a:r>
              <a:rPr lang="en-GB" sz="1200" b="1" dirty="0">
                <a:solidFill>
                  <a:schemeClr val="accent1"/>
                </a:solidFill>
              </a:rPr>
              <a:t>1 ‘Get External Data for Validation, Imputation and Estimation’ </a:t>
            </a:r>
            <a:endParaRPr lang="en-GB" sz="1200" dirty="0">
              <a:solidFill>
                <a:schemeClr val="accent1"/>
              </a:solidFill>
            </a:endParaRPr>
          </a:p>
          <a:p>
            <a:pPr marL="628650" lvl="1" indent="-171450">
              <a:buFont typeface="Arial" panose="020B0604020202020204" pitchFamily="34" charset="0"/>
              <a:buChar char="•"/>
            </a:pPr>
            <a:r>
              <a:rPr lang="en-GB" sz="1200" b="1" dirty="0">
                <a:solidFill>
                  <a:schemeClr val="accent2">
                    <a:lumMod val="25000"/>
                  </a:schemeClr>
                </a:solidFill>
              </a:rPr>
              <a:t>1. External data sources - IEA, industry-average emission factors:</a:t>
            </a:r>
            <a:r>
              <a:rPr lang="en-GB" sz="1200" dirty="0">
                <a:solidFill>
                  <a:schemeClr val="accent2">
                    <a:lumMod val="25000"/>
                  </a:schemeClr>
                </a:solidFill>
              </a:rPr>
              <a:t> Other secondary data identified in Phase 1 (energy benchmarks, sector intensity values, regional grids carbon intensity for power consumption, etc.). For example, if a property’s actual energy usage is unknown, use average energy usage per square meter for that building type and local grid emission factor to estimate its emissions. If a company’s emissions are missing, use an emissions-to-revenue ratio from a similar peer or sector average. Also, external databases like IEA or research papers for sector intensities serve as inputs.</a:t>
            </a:r>
          </a:p>
          <a:p>
            <a:pPr lvl="1"/>
            <a:endParaRPr lang="en-GB" sz="1200" dirty="0"/>
          </a:p>
          <a:p>
            <a:r>
              <a:rPr lang="en-GB" sz="1600" b="1" dirty="0"/>
              <a:t>Processing logic:</a:t>
            </a:r>
            <a:r>
              <a:rPr lang="en-GB" sz="1600" dirty="0"/>
              <a:t> For each data gap identified in 2.1, fill in a reasonable estimate:</a:t>
            </a:r>
          </a:p>
          <a:p>
            <a:pPr lvl="1"/>
            <a:endParaRPr lang="en-GB" sz="1200" dirty="0"/>
          </a:p>
          <a:p>
            <a:pPr marL="628650" lvl="1" indent="-171450">
              <a:buFont typeface="Arial" panose="020B0604020202020204" pitchFamily="34" charset="0"/>
              <a:buChar char="•"/>
            </a:pPr>
            <a:r>
              <a:rPr lang="en-GB" sz="1200" dirty="0">
                <a:solidFill>
                  <a:srgbClr val="C00000"/>
                </a:solidFill>
              </a:rPr>
              <a:t>5 ‘Estimate, Impute and Correct</a:t>
            </a:r>
          </a:p>
          <a:p>
            <a:pPr marL="628650" lvl="1" indent="-171450">
              <a:buFont typeface="Arial" panose="020B0604020202020204" pitchFamily="34" charset="0"/>
              <a:buChar char="•"/>
            </a:pPr>
            <a:r>
              <a:rPr lang="en-GB" sz="1200" dirty="0">
                <a:solidFill>
                  <a:srgbClr val="C00000"/>
                </a:solidFill>
              </a:rPr>
              <a:t>5. If emissions data is missing for a corporate investment, calculate a proxy e.g. multiply the company’s revenue by the average emissions per revenue for that industry 5. and region (or use known emissions of a comparable company). If the company is known in size, scale by that. This yields an estimated Scope 1+2 emission figure</a:t>
            </a:r>
          </a:p>
          <a:p>
            <a:pPr marL="628650" lvl="1" indent="-171450">
              <a:buFont typeface="Arial" panose="020B0604020202020204" pitchFamily="34" charset="0"/>
              <a:buChar char="•"/>
            </a:pPr>
            <a:r>
              <a:rPr lang="en-GB" sz="1200" dirty="0">
                <a:solidFill>
                  <a:srgbClr val="C00000"/>
                </a:solidFill>
              </a:rPr>
              <a:t>5. Real estate: If a real estate asset lacks measured emissions, estimate its emissions from building characteristics: use the size (square footage) * typical energy intensity (kWh/m²) * carbon factor (</a:t>
            </a:r>
            <a:r>
              <a:rPr lang="en-GB" sz="1200" dirty="0" err="1">
                <a:solidFill>
                  <a:srgbClr val="C00000"/>
                </a:solidFill>
              </a:rPr>
              <a:t>kgCO₂e</a:t>
            </a:r>
            <a:r>
              <a:rPr lang="en-GB" sz="1200" dirty="0">
                <a:solidFill>
                  <a:srgbClr val="C00000"/>
                </a:solidFill>
              </a:rPr>
              <a:t>/kWh). Adjust for occupancy or efficiency class if known (for instance, if it’s known as a green-certified building, adjust downward)</a:t>
            </a:r>
          </a:p>
          <a:p>
            <a:pPr marL="628650" lvl="1" indent="-171450">
              <a:buFont typeface="Arial" panose="020B0604020202020204" pitchFamily="34" charset="0"/>
              <a:buChar char="•"/>
            </a:pPr>
            <a:r>
              <a:rPr lang="en-GB" sz="1200" dirty="0">
                <a:solidFill>
                  <a:srgbClr val="C00000"/>
                </a:solidFill>
              </a:rPr>
              <a:t>5. Document each assumption clearly: e.g. ‘Company X - no reported data, used sector average intensity of 0.5 </a:t>
            </a:r>
            <a:r>
              <a:rPr lang="en-GB" sz="1200" dirty="0" err="1">
                <a:solidFill>
                  <a:srgbClr val="C00000"/>
                </a:solidFill>
              </a:rPr>
              <a:t>tCO₂e</a:t>
            </a:r>
            <a:r>
              <a:rPr lang="en-GB" sz="1200" dirty="0">
                <a:solidFill>
                  <a:srgbClr val="C00000"/>
                </a:solidFill>
              </a:rPr>
              <a:t>/£m revenue from Source Y’ or ‘Property 123 - assumed energy usage of 200 kWh/m² based on UK average office benchmarks’. Apply a conservative approach to avoid underestimation (as recommended for early disclosures with data gaps) Mark these entries so that they can later be reported as estimated (this ties into transparency for TCFD reporting).</a:t>
            </a:r>
          </a:p>
          <a:p>
            <a:pPr lvl="1"/>
            <a:endParaRPr lang="en-GB" sz="1200" dirty="0"/>
          </a:p>
          <a:p>
            <a:r>
              <a:rPr lang="en-GB" sz="1600" b="1" dirty="0"/>
              <a:t>Outputs: </a:t>
            </a:r>
          </a:p>
          <a:p>
            <a:endParaRPr lang="en-GB" sz="1200" dirty="0"/>
          </a:p>
          <a:p>
            <a:pPr marL="628650" lvl="1" indent="-171450">
              <a:buFont typeface="Arial" panose="020B0604020202020204" pitchFamily="34" charset="0"/>
              <a:buChar char="•"/>
            </a:pPr>
            <a:r>
              <a:rPr lang="en-GB" sz="1200" dirty="0"/>
              <a:t>An </a:t>
            </a:r>
            <a:r>
              <a:rPr lang="en-GB" sz="1200" b="1" dirty="0"/>
              <a:t>augmented portfolio dataset</a:t>
            </a:r>
            <a:r>
              <a:rPr lang="en-GB" sz="1200" dirty="0"/>
              <a:t> where all previously missing fields are now populated with either actual data or proxy estimates. The dataset now should be complete – every investment has an emissions value and other required inputs</a:t>
            </a:r>
          </a:p>
          <a:p>
            <a:pPr marL="628650" lvl="1" indent="-171450">
              <a:buFont typeface="Arial" panose="020B0604020202020204" pitchFamily="34" charset="0"/>
              <a:buChar char="•"/>
            </a:pPr>
            <a:r>
              <a:rPr lang="en-GB" sz="1200" dirty="0"/>
              <a:t>Alongside this, produce an </a:t>
            </a:r>
            <a:r>
              <a:rPr lang="en-GB" sz="1200" b="1" dirty="0"/>
              <a:t>Assumptions Register</a:t>
            </a:r>
            <a:r>
              <a:rPr lang="en-GB" sz="1200" dirty="0"/>
              <a:t> detailing each proxy and assumption used. This register will be important for assurance and disclosure (showing where data is less certain). We also update the data quality scores: proxies would typically be categorized as lower quality (PCAF score 4 or 5) compared to reported data (score 1-3)</a:t>
            </a:r>
          </a:p>
          <a:p>
            <a:pPr marL="628650" lvl="1" indent="-171450">
              <a:buFont typeface="Arial" panose="020B0604020202020204" pitchFamily="34" charset="0"/>
              <a:buChar char="•"/>
            </a:pPr>
            <a:r>
              <a:rPr lang="en-GB" sz="1200" dirty="0"/>
              <a:t>The output at this stage is effectively a finalised input dataset for calculation, with full coverage and noted quality flags.</a:t>
            </a:r>
          </a:p>
        </p:txBody>
      </p:sp>
    </p:spTree>
    <p:extLst>
      <p:ext uri="{BB962C8B-B14F-4D97-AF65-F5344CB8AC3E}">
        <p14:creationId xmlns:p14="http://schemas.microsoft.com/office/powerpoint/2010/main" val="417954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43B0E-D78E-2258-B18B-87C76E953422}"/>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CDD72E9B-2851-FEE3-7A1B-2B7AEBC38FA0}"/>
              </a:ext>
            </a:extLst>
          </p:cNvPr>
          <p:cNvSpPr>
            <a:spLocks noGrp="1"/>
          </p:cNvSpPr>
          <p:nvPr>
            <p:ph type="title"/>
          </p:nvPr>
        </p:nvSpPr>
        <p:spPr>
          <a:xfrm>
            <a:off x="228600" y="332740"/>
            <a:ext cx="11734800" cy="365760"/>
          </a:xfrm>
        </p:spPr>
        <p:txBody>
          <a:bodyPr/>
          <a:lstStyle/>
          <a:p>
            <a:r>
              <a:rPr lang="en-US" sz="2800" b="1">
                <a:solidFill>
                  <a:schemeClr val="accent1"/>
                </a:solidFill>
              </a:rPr>
              <a:t>2. Data validation agents </a:t>
            </a:r>
          </a:p>
        </p:txBody>
      </p:sp>
      <p:sp>
        <p:nvSpPr>
          <p:cNvPr id="9" name="TextBox 8">
            <a:extLst>
              <a:ext uri="{FF2B5EF4-FFF2-40B4-BE49-F238E27FC236}">
                <a16:creationId xmlns:a16="http://schemas.microsoft.com/office/drawing/2014/main" id="{AF563697-21C6-EF03-1A00-576E0E7C3EB8}"/>
              </a:ext>
            </a:extLst>
          </p:cNvPr>
          <p:cNvSpPr txBox="1"/>
          <p:nvPr/>
        </p:nvSpPr>
        <p:spPr>
          <a:xfrm>
            <a:off x="228600" y="698500"/>
            <a:ext cx="11301413" cy="6555641"/>
          </a:xfrm>
          <a:prstGeom prst="rect">
            <a:avLst/>
          </a:prstGeom>
          <a:noFill/>
        </p:spPr>
        <p:txBody>
          <a:bodyPr wrap="square">
            <a:spAutoFit/>
          </a:bodyPr>
          <a:lstStyle/>
          <a:p>
            <a:r>
              <a:rPr lang="en-GB" sz="1600" b="1" dirty="0">
                <a:solidFill>
                  <a:schemeClr val="accent1"/>
                </a:solidFill>
              </a:rPr>
              <a:t>Sub-process 2.3: Data verification and sign-off (asynchronous ‘human in the loop’ with an options for interim / immediate verification agents)</a:t>
            </a:r>
            <a:endParaRPr lang="en-GB" sz="1200" b="1" dirty="0"/>
          </a:p>
          <a:p>
            <a:r>
              <a:rPr lang="en-GB" sz="1600" b="1" dirty="0"/>
              <a:t>Inputs </a:t>
            </a:r>
            <a:endParaRPr lang="en-GB" sz="1200" b="1" dirty="0"/>
          </a:p>
          <a:p>
            <a:pPr marL="628650" lvl="1" indent="-171450">
              <a:buFont typeface="Arial" panose="020B0604020202020204" pitchFamily="34" charset="0"/>
              <a:buChar char="•"/>
            </a:pPr>
            <a:r>
              <a:rPr lang="en-GB" sz="1200" b="1" dirty="0"/>
              <a:t>Internal data sources:</a:t>
            </a:r>
            <a:r>
              <a:rPr lang="en-GB" sz="1200" dirty="0"/>
              <a:t> The now-complete dataset and the assumptions register. Also, internal stakeholders are 1) Middle Office (verifies that investment values and any financial figures align with official records (no inadvertent changes during processing); 2) Climate Solutions team double-checks that proxies were applied correctly; 3) Group Climate team reviews the dataset against reporting requirements (ensuring, for instance, that any use of estimated data is acceptable &amp; will be disclosed properly)</a:t>
            </a:r>
          </a:p>
          <a:p>
            <a:pPr marL="628650" lvl="1" indent="-171450">
              <a:buFont typeface="Arial" panose="020B0604020202020204" pitchFamily="34" charset="0"/>
              <a:buChar char="•"/>
            </a:pPr>
            <a:r>
              <a:rPr lang="en-GB" sz="1200" b="1" dirty="0"/>
              <a:t>Ignore for the demo for now</a:t>
            </a:r>
          </a:p>
          <a:p>
            <a:pPr marL="628650" lvl="1" indent="-171450">
              <a:buFont typeface="Arial" panose="020B0604020202020204" pitchFamily="34" charset="0"/>
              <a:buChar char="•"/>
            </a:pPr>
            <a:r>
              <a:rPr lang="en-GB" sz="1200" b="1" dirty="0"/>
              <a:t>External data sources - issuer and operator engagement portal:</a:t>
            </a:r>
            <a:r>
              <a:rPr lang="en-GB" sz="1200" dirty="0"/>
              <a:t> Share parts of the data back with investees or use counterparty engagement to validate critical items. For example, where a proxy was used for a major holding’s emissions, reaching out to that company’s sustainability team via the Portal to confirm if more recent data is available</a:t>
            </a:r>
          </a:p>
          <a:p>
            <a:pPr marL="628650" lvl="1" indent="-171450">
              <a:buFont typeface="Arial" panose="020B0604020202020204" pitchFamily="34" charset="0"/>
              <a:buChar char="•"/>
            </a:pPr>
            <a:r>
              <a:rPr lang="en-GB" sz="1200" b="1" dirty="0">
                <a:solidFill>
                  <a:schemeClr val="accent1"/>
                </a:solidFill>
              </a:rPr>
              <a:t>1 ‘Get External Data for Validation, Imputation and Estimation’ </a:t>
            </a:r>
            <a:endParaRPr lang="en-GB" sz="1200" dirty="0">
              <a:solidFill>
                <a:schemeClr val="accent1"/>
              </a:solidFill>
            </a:endParaRPr>
          </a:p>
          <a:p>
            <a:pPr marL="628650" lvl="1" indent="-171450">
              <a:buFont typeface="Arial" panose="020B0604020202020204" pitchFamily="34" charset="0"/>
              <a:buChar char="•"/>
            </a:pPr>
            <a:r>
              <a:rPr lang="en-GB" sz="1200" b="1" dirty="0"/>
              <a:t>1. External data sources - benchmark comparison:</a:t>
            </a:r>
            <a:r>
              <a:rPr lang="en-GB" sz="1200" dirty="0"/>
              <a:t> Alternatively, compare a sample of our results with peers or industry reports (if another asset manager published a footprint for a similar asset, do our figures seem reasonable)</a:t>
            </a:r>
            <a:endParaRPr lang="en-GB" sz="1600" b="1" dirty="0"/>
          </a:p>
          <a:p>
            <a:r>
              <a:rPr lang="en-GB" sz="1600" b="1" dirty="0"/>
              <a:t>Processing Logic:</a:t>
            </a:r>
            <a:r>
              <a:rPr lang="en-GB" sz="1600" dirty="0"/>
              <a:t> Asynchronous - convene an internal </a:t>
            </a:r>
            <a:r>
              <a:rPr lang="en-GB" sz="1600" b="1" dirty="0"/>
              <a:t>review meeting</a:t>
            </a:r>
            <a:r>
              <a:rPr lang="en-GB" sz="1600" dirty="0"/>
              <a:t> or process where each key team signs off on the data. Asynchronous - agents perform the validation </a:t>
            </a:r>
            <a:endParaRPr lang="en-GB" sz="1400" dirty="0"/>
          </a:p>
          <a:p>
            <a:pPr marL="628650" lvl="1" indent="-171450">
              <a:buFont typeface="Arial" panose="020B0604020202020204" pitchFamily="34" charset="0"/>
              <a:buChar char="•"/>
            </a:pPr>
            <a:r>
              <a:rPr lang="en-GB" sz="1200" b="1" dirty="0">
                <a:solidFill>
                  <a:schemeClr val="accent6">
                    <a:lumMod val="60000"/>
                    <a:lumOff val="40000"/>
                  </a:schemeClr>
                </a:solidFill>
              </a:rPr>
              <a:t>6. Review and Critic Agents </a:t>
            </a:r>
          </a:p>
          <a:p>
            <a:pPr marL="628650" lvl="1" indent="-171450">
              <a:buFont typeface="Arial" panose="020B0604020202020204" pitchFamily="34" charset="0"/>
              <a:buChar char="•"/>
            </a:pPr>
            <a:r>
              <a:rPr lang="en-GB" sz="1200" b="1" dirty="0">
                <a:solidFill>
                  <a:schemeClr val="accent6">
                    <a:lumMod val="60000"/>
                    <a:lumOff val="40000"/>
                  </a:schemeClr>
                </a:solidFill>
              </a:rPr>
              <a:t>6. Climate Solutions Team / Agent:</a:t>
            </a:r>
            <a:r>
              <a:rPr lang="en-GB" sz="1200" dirty="0">
                <a:solidFill>
                  <a:schemeClr val="accent6">
                    <a:lumMod val="60000"/>
                    <a:lumOff val="40000"/>
                  </a:schemeClr>
                </a:solidFill>
              </a:rPr>
              <a:t>  Validates that the technical aspects (emissions data and proxies) are handled correctly and aligns with methodologies. They ensure the dataset is consistent with PCAF standards and that data quality scores are assigned appropriately.</a:t>
            </a:r>
          </a:p>
          <a:p>
            <a:pPr marL="628650" lvl="1" indent="-171450">
              <a:buFont typeface="Arial" panose="020B0604020202020204" pitchFamily="34" charset="0"/>
              <a:buChar char="•"/>
            </a:pPr>
            <a:r>
              <a:rPr lang="en-GB" sz="1200" b="1" dirty="0">
                <a:solidFill>
                  <a:schemeClr val="accent6">
                    <a:lumMod val="60000"/>
                    <a:lumOff val="40000"/>
                  </a:schemeClr>
                </a:solidFill>
              </a:rPr>
              <a:t>6. Middle Office</a:t>
            </a:r>
            <a:r>
              <a:rPr lang="en-GB" sz="1200" dirty="0">
                <a:solidFill>
                  <a:schemeClr val="accent6">
                    <a:lumMod val="60000"/>
                    <a:lumOff val="40000"/>
                  </a:schemeClr>
                </a:solidFill>
              </a:rPr>
              <a:t> </a:t>
            </a:r>
            <a:r>
              <a:rPr lang="en-GB" sz="1200" b="1" dirty="0">
                <a:solidFill>
                  <a:schemeClr val="accent6">
                    <a:lumMod val="60000"/>
                    <a:lumOff val="40000"/>
                  </a:schemeClr>
                </a:solidFill>
              </a:rPr>
              <a:t> Team / Agent:</a:t>
            </a:r>
            <a:r>
              <a:rPr lang="en-GB" sz="1200" dirty="0">
                <a:solidFill>
                  <a:schemeClr val="accent6">
                    <a:lumMod val="60000"/>
                    <a:lumOff val="40000"/>
                  </a:schemeClr>
                </a:solidFill>
              </a:rPr>
              <a:t> Confirm that for each investment, the financial attributes (amounts, ownership percentages) match the official books. Any discrepancies (perhaps due to valuation dates, etc.) are reconciled.</a:t>
            </a:r>
          </a:p>
          <a:p>
            <a:pPr marL="628650" lvl="1" indent="-171450">
              <a:buFont typeface="Arial" panose="020B0604020202020204" pitchFamily="34" charset="0"/>
              <a:buChar char="•"/>
            </a:pPr>
            <a:r>
              <a:rPr lang="en-GB" sz="1200" b="1" dirty="0">
                <a:solidFill>
                  <a:schemeClr val="accent6">
                    <a:lumMod val="60000"/>
                    <a:lumOff val="40000"/>
                  </a:schemeClr>
                </a:solidFill>
              </a:rPr>
              <a:t>6. Institutional Retirement Reporting Team / Agent: </a:t>
            </a:r>
            <a:r>
              <a:rPr lang="en-GB" sz="1200" dirty="0">
                <a:solidFill>
                  <a:schemeClr val="accent6">
                    <a:lumMod val="60000"/>
                    <a:lumOff val="40000"/>
                  </a:schemeClr>
                </a:solidFill>
              </a:rPr>
              <a:t> Verifies that the dataset scope matches the intended reporting scope (e.g., if certain portfolios were meant to be included/excluded) and that the outputs can roll up to the level needed for disclosure (for instance, if they will report at an aggregate institutional level, ensure all relevant assets are included exactly once).</a:t>
            </a:r>
          </a:p>
          <a:p>
            <a:pPr marL="628650" lvl="1" indent="-171450">
              <a:buFont typeface="Arial" panose="020B0604020202020204" pitchFamily="34" charset="0"/>
              <a:buChar char="•"/>
            </a:pPr>
            <a:r>
              <a:rPr lang="en-GB" sz="1200" b="1" dirty="0">
                <a:solidFill>
                  <a:schemeClr val="accent6">
                    <a:lumMod val="60000"/>
                    <a:lumOff val="40000"/>
                  </a:schemeClr>
                </a:solidFill>
              </a:rPr>
              <a:t>6. Group Climate Team / Agent: </a:t>
            </a:r>
            <a:r>
              <a:rPr lang="en-GB" sz="1200" dirty="0">
                <a:solidFill>
                  <a:schemeClr val="accent6">
                    <a:lumMod val="60000"/>
                    <a:lumOff val="40000"/>
                  </a:schemeClr>
                </a:solidFill>
              </a:rPr>
              <a:t> Checks the dataset against regulatory expectations: for instance, if the TCFD report requires year-on-year changes, do we have last year’s data to compare; if required to disclose data quality or methodologies, is the info recorded. They might also ensure that scenario analysis data (outside this dataset) remains consistent (though scenario analysis is separate, no conflicting numbers).</a:t>
            </a:r>
          </a:p>
          <a:p>
            <a:pPr marL="628650" lvl="1" indent="-171450">
              <a:buFont typeface="Arial" panose="020B0604020202020204" pitchFamily="34" charset="0"/>
              <a:buChar char="•"/>
            </a:pPr>
            <a:r>
              <a:rPr lang="en-GB" sz="1200" dirty="0">
                <a:solidFill>
                  <a:schemeClr val="accent6">
                    <a:lumMod val="60000"/>
                    <a:lumOff val="40000"/>
                  </a:schemeClr>
                </a:solidFill>
              </a:rPr>
              <a:t>Address any feedback: e.g., if a proxy seems too high-level, perhaps refine it; if an asset should be classified differently, adjust that classification.</a:t>
            </a:r>
          </a:p>
          <a:p>
            <a:r>
              <a:rPr lang="en-GB" sz="1600" b="1" dirty="0"/>
              <a:t>Outputs: </a:t>
            </a:r>
          </a:p>
          <a:p>
            <a:pPr marL="628650" lvl="1" indent="-171450">
              <a:buFont typeface="Arial" panose="020B0604020202020204" pitchFamily="34" charset="0"/>
              <a:buChar char="•"/>
            </a:pPr>
            <a:r>
              <a:rPr lang="en-GB" sz="1200" b="1" dirty="0"/>
              <a:t>Output from 6 Validated and approved dataset</a:t>
            </a:r>
            <a:r>
              <a:rPr lang="en-GB" sz="1200" dirty="0"/>
              <a:t> (final input for calculations). At this point, we have effectively a green-light to proceed to emission calculations, with confidence in the data. All investments have emissions data (actual or estimated) and all inputs are vetted</a:t>
            </a:r>
          </a:p>
          <a:p>
            <a:pPr marL="628650" lvl="1" indent="-171450">
              <a:buFont typeface="Arial" panose="020B0604020202020204" pitchFamily="34" charset="0"/>
              <a:buChar char="•"/>
            </a:pPr>
            <a:r>
              <a:rPr lang="en-GB" sz="1200" dirty="0"/>
              <a:t>The finalized assumptions log and a data quality summary. This could include metrics like “% of portfolio emissions based on reported data vs estimated” which might be disclosed or at least noted internally. The sign-off from relevant teams is recorded (for governance purposes, showing that multiple lines of defence have reviewed the data). By the end of Phase 2, the risk of errors is minimized</a:t>
            </a:r>
          </a:p>
        </p:txBody>
      </p:sp>
    </p:spTree>
    <p:extLst>
      <p:ext uri="{BB962C8B-B14F-4D97-AF65-F5344CB8AC3E}">
        <p14:creationId xmlns:p14="http://schemas.microsoft.com/office/powerpoint/2010/main" val="53726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05226-19B0-B359-BD40-76367A8900A1}"/>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95458648-F9CF-26A4-BCE0-166B6E3BF36C}"/>
              </a:ext>
            </a:extLst>
          </p:cNvPr>
          <p:cNvSpPr>
            <a:spLocks noGrp="1"/>
          </p:cNvSpPr>
          <p:nvPr>
            <p:ph type="title"/>
          </p:nvPr>
        </p:nvSpPr>
        <p:spPr>
          <a:xfrm>
            <a:off x="228600" y="332740"/>
            <a:ext cx="11734800" cy="365760"/>
          </a:xfrm>
        </p:spPr>
        <p:txBody>
          <a:bodyPr/>
          <a:lstStyle/>
          <a:p>
            <a:r>
              <a:rPr lang="en-US" sz="2800" b="1">
                <a:solidFill>
                  <a:schemeClr val="accent1"/>
                </a:solidFill>
              </a:rPr>
              <a:t>3. Emission calculation </a:t>
            </a:r>
          </a:p>
        </p:txBody>
      </p:sp>
      <p:sp>
        <p:nvSpPr>
          <p:cNvPr id="9" name="TextBox 8">
            <a:extLst>
              <a:ext uri="{FF2B5EF4-FFF2-40B4-BE49-F238E27FC236}">
                <a16:creationId xmlns:a16="http://schemas.microsoft.com/office/drawing/2014/main" id="{B82B669E-1DF1-43DC-3262-E56D124EC9D1}"/>
              </a:ext>
            </a:extLst>
          </p:cNvPr>
          <p:cNvSpPr txBox="1"/>
          <p:nvPr/>
        </p:nvSpPr>
        <p:spPr>
          <a:xfrm>
            <a:off x="228600" y="609600"/>
            <a:ext cx="11734800" cy="6217087"/>
          </a:xfrm>
          <a:prstGeom prst="rect">
            <a:avLst/>
          </a:prstGeom>
          <a:noFill/>
        </p:spPr>
        <p:txBody>
          <a:bodyPr wrap="square">
            <a:spAutoFit/>
          </a:bodyPr>
          <a:lstStyle/>
          <a:p>
            <a:r>
              <a:rPr lang="en-GB" b="1">
                <a:solidFill>
                  <a:schemeClr val="accent1"/>
                </a:solidFill>
              </a:rPr>
              <a:t>Sub-process 3.1: Calculate Emissions for Corporate Bonds</a:t>
            </a:r>
            <a:endParaRPr lang="en-GB">
              <a:solidFill>
                <a:schemeClr val="accent1"/>
              </a:solidFill>
            </a:endParaRPr>
          </a:p>
          <a:p>
            <a:r>
              <a:rPr lang="en-GB" sz="1600" b="1"/>
              <a:t>Inputs</a:t>
            </a:r>
            <a:r>
              <a:rPr lang="en-GB" sz="1200" b="1"/>
              <a:t> </a:t>
            </a:r>
            <a:endParaRPr lang="en-GB" sz="1050" b="1"/>
          </a:p>
          <a:p>
            <a:endParaRPr lang="en-GB" sz="1200" b="1"/>
          </a:p>
          <a:p>
            <a:pPr marL="628650" lvl="1" indent="-171450">
              <a:buFont typeface="Arial" panose="020B0604020202020204" pitchFamily="34" charset="0"/>
              <a:buChar char="•"/>
            </a:pPr>
            <a:r>
              <a:rPr lang="en-GB" sz="1200" b="1"/>
              <a:t>Internal data sources:</a:t>
            </a:r>
            <a:r>
              <a:rPr lang="en-GB" sz="1200"/>
              <a:t> inputs come directly from the validated dataset of Phase 2</a:t>
            </a:r>
          </a:p>
          <a:p>
            <a:endParaRPr lang="en-GB" sz="1200"/>
          </a:p>
          <a:p>
            <a:r>
              <a:rPr lang="en-GB" sz="1600" b="1"/>
              <a:t>Processing Logic:</a:t>
            </a:r>
            <a:r>
              <a:rPr lang="en-GB" sz="1600"/>
              <a:t> </a:t>
            </a:r>
            <a:endParaRPr lang="en-GB" sz="1200"/>
          </a:p>
          <a:p>
            <a:pPr marL="628650" lvl="1" indent="-171450">
              <a:buFont typeface="Arial" panose="020B0604020202020204" pitchFamily="34" charset="0"/>
              <a:buChar char="•"/>
            </a:pPr>
            <a:r>
              <a:rPr lang="en-GB" sz="1200"/>
              <a:t>For corporate bonds and listed equity holdings we have: the investment value (e.g. amount of bond holding), the enterprise value (EVIC) of the issuer, and the issuer’s GHG emissions (Scope 1 and 2). These inputs come directly from the validated dataset of Phase 2</a:t>
            </a:r>
          </a:p>
          <a:p>
            <a:pPr marL="628650" lvl="1" indent="-171450">
              <a:buFont typeface="Arial" panose="020B0604020202020204" pitchFamily="34" charset="0"/>
              <a:buChar char="•"/>
            </a:pPr>
            <a:r>
              <a:rPr lang="en-GB" sz="1200"/>
              <a:t>Method &amp; Processing Logic: We apply the PCAF attributed emissions formula. For each corporate issuer::</a:t>
            </a:r>
          </a:p>
          <a:p>
            <a:endParaRPr lang="en-GB" sz="1200"/>
          </a:p>
          <a:p>
            <a:endParaRPr lang="en-GB" sz="1200"/>
          </a:p>
          <a:p>
            <a:endParaRPr lang="en-GB" sz="1200"/>
          </a:p>
          <a:p>
            <a:endParaRPr lang="en-GB" sz="1200"/>
          </a:p>
          <a:p>
            <a:endParaRPr lang="en-GB" sz="1200"/>
          </a:p>
          <a:p>
            <a:endParaRPr lang="en-GB" sz="1200"/>
          </a:p>
          <a:p>
            <a:pPr marL="628650" lvl="1" indent="-171450">
              <a:buFont typeface="Arial" panose="020B0604020202020204" pitchFamily="34" charset="0"/>
              <a:buChar char="•"/>
            </a:pPr>
            <a:r>
              <a:rPr lang="en-GB" sz="1200"/>
              <a:t>For example, if we own 1% of a company (by value), we assume responsibility for 1% of that company’s emissions</a:t>
            </a:r>
          </a:p>
          <a:p>
            <a:pPr lvl="1"/>
            <a:endParaRPr lang="en-GB" sz="1200"/>
          </a:p>
          <a:p>
            <a:pPr marL="628650" lvl="1" indent="-171450">
              <a:buFont typeface="Arial" panose="020B0604020202020204" pitchFamily="34" charset="0"/>
              <a:buChar char="•"/>
            </a:pPr>
            <a:r>
              <a:rPr lang="en-GB" sz="1200"/>
              <a:t>We ensure to use the same emissions figure for the company whether we hold equity or debt, to avoid double counting. If the firm has multiple securities in the portfolio (e.g., we hold both bond and equity of Company X), we calculate emissions for each holding and then sum them – effectively still getting (bond value + equity value)/EV * emissions, which is total exposure fraction times emissions (same result as if done once combined). We need to be careful not to count the company twice in aggregate results.</a:t>
            </a:r>
          </a:p>
          <a:p>
            <a:pPr marL="628650" lvl="1" indent="-171450">
              <a:buFont typeface="Arial" panose="020B0604020202020204" pitchFamily="34" charset="0"/>
              <a:buChar char="•"/>
            </a:pPr>
            <a:r>
              <a:rPr lang="en-GB" sz="1200"/>
              <a:t>If any company emissions include Scope 3 (not typical unless explicitly intended), we would handle them separately to avoid mixing scopes. In general, we stick to Scope 1 and 2 for the financed emissions footprint as per common practice. However, in this case L&amp;G wants to see Scope 3 in the final output</a:t>
            </a:r>
          </a:p>
          <a:p>
            <a:pPr marL="628650" lvl="1" indent="-171450">
              <a:buFont typeface="Arial" panose="020B0604020202020204" pitchFamily="34" charset="0"/>
              <a:buChar char="•"/>
            </a:pPr>
            <a:r>
              <a:rPr lang="en-GB" sz="1200"/>
              <a:t>For sovereign bonds (not explicitly mentioned, but if any government bonds were present, PCAF has a different method. For this mock up </a:t>
            </a:r>
          </a:p>
          <a:p>
            <a:pPr marL="628650" lvl="1" indent="-171450">
              <a:buFont typeface="Arial" panose="020B0604020202020204" pitchFamily="34" charset="0"/>
              <a:buChar char="•"/>
            </a:pPr>
            <a:r>
              <a:rPr lang="en-GB" sz="1200"/>
              <a:t>The calculation is performed programmatically for all relevant rows. After computing each, we sum up emissions by issuer, by sector, etc., as needed.</a:t>
            </a:r>
          </a:p>
          <a:p>
            <a:endParaRPr lang="en-GB" sz="1200" b="1"/>
          </a:p>
          <a:p>
            <a:pPr marL="171450" indent="-171450">
              <a:buFont typeface="Arial" panose="020B0604020202020204" pitchFamily="34" charset="0"/>
              <a:buChar char="•"/>
            </a:pPr>
            <a:r>
              <a:rPr lang="en-GB" sz="1200" b="1"/>
              <a:t>Outputs:</a:t>
            </a:r>
            <a:r>
              <a:rPr lang="en-GB" sz="1200"/>
              <a:t> </a:t>
            </a:r>
            <a:r>
              <a:rPr lang="en-GB" sz="1200" b="1"/>
              <a:t>Financed emissions for each corporate issuer investment</a:t>
            </a:r>
            <a:r>
              <a:rPr lang="en-GB" sz="1200"/>
              <a:t>, typically expressed in tons </a:t>
            </a:r>
            <a:r>
              <a:rPr lang="en-GB" sz="1200" err="1"/>
              <a:t>CO₂e</a:t>
            </a:r>
            <a:r>
              <a:rPr lang="en-GB" sz="1200"/>
              <a:t>. </a:t>
            </a:r>
          </a:p>
          <a:p>
            <a:pPr marL="628650" lvl="1" indent="-171450">
              <a:buFont typeface="Arial" panose="020B0604020202020204" pitchFamily="34" charset="0"/>
              <a:buChar char="•"/>
            </a:pPr>
            <a:r>
              <a:rPr lang="en-GB" sz="1200"/>
              <a:t>We can aggregate these at various levels for reporting: e.g., total financed emissions from corporate bonds, total from listed equities (if any), and combined. We also compute an emissions intensity metric for this segment, such as tons </a:t>
            </a:r>
            <a:r>
              <a:rPr lang="en-GB" sz="1200" err="1"/>
              <a:t>CO₂e</a:t>
            </a:r>
            <a:r>
              <a:rPr lang="en-GB" sz="1200"/>
              <a:t> per £ million invested, to facilitate comparisons and to meet any disclosure requirement for intensity. For instance, if our total financed emissions in this category is 50,000 </a:t>
            </a:r>
            <a:r>
              <a:rPr lang="en-GB" sz="1200" err="1"/>
              <a:t>tCO₂e</a:t>
            </a:r>
            <a:r>
              <a:rPr lang="en-GB" sz="1200"/>
              <a:t> on £5,000M invested, the intensity is 10 </a:t>
            </a:r>
            <a:r>
              <a:rPr lang="en-GB" sz="1200" err="1"/>
              <a:t>tCO₂e</a:t>
            </a:r>
            <a:r>
              <a:rPr lang="en-GB" sz="1200"/>
              <a:t>/£m. Another metric is Weighted Average Carbon Intensity (WACI), but that’s a different calculation (often required by TCFD, but WACI uses emissions/ revenue weighted by portfolio weight – which could be computed separately if needed). The primary output is absolute emissions attributable to our financing of corporates, in a tabular form ready to aggregate with other asset classes. We note the portion of these emissions that were based on estimated data (from the data quality info, e.g., “5% of this total is derived from proxy data”), for transparency1</a:t>
            </a:r>
          </a:p>
        </p:txBody>
      </p:sp>
      <p:pic>
        <p:nvPicPr>
          <p:cNvPr id="2" name="Picture 1">
            <a:extLst>
              <a:ext uri="{FF2B5EF4-FFF2-40B4-BE49-F238E27FC236}">
                <a16:creationId xmlns:a16="http://schemas.microsoft.com/office/drawing/2014/main" id="{88D6BBD1-A51D-88D8-A693-BA32C46BBC11}"/>
              </a:ext>
            </a:extLst>
          </p:cNvPr>
          <p:cNvPicPr>
            <a:picLocks noChangeAspect="1"/>
          </p:cNvPicPr>
          <p:nvPr/>
        </p:nvPicPr>
        <p:blipFill>
          <a:blip r:embed="rId3"/>
          <a:stretch>
            <a:fillRect/>
          </a:stretch>
        </p:blipFill>
        <p:spPr>
          <a:xfrm>
            <a:off x="939800" y="2616200"/>
            <a:ext cx="6985000" cy="876300"/>
          </a:xfrm>
          <a:prstGeom prst="rect">
            <a:avLst/>
          </a:prstGeom>
        </p:spPr>
      </p:pic>
    </p:spTree>
    <p:extLst>
      <p:ext uri="{BB962C8B-B14F-4D97-AF65-F5344CB8AC3E}">
        <p14:creationId xmlns:p14="http://schemas.microsoft.com/office/powerpoint/2010/main" val="535268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874C6-63AE-1642-1025-D96F5290B6AF}"/>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8D71BC76-0F19-AA0A-B5A4-CC84B5DC65A6}"/>
              </a:ext>
            </a:extLst>
          </p:cNvPr>
          <p:cNvSpPr>
            <a:spLocks noGrp="1"/>
          </p:cNvSpPr>
          <p:nvPr>
            <p:ph type="title"/>
          </p:nvPr>
        </p:nvSpPr>
        <p:spPr>
          <a:xfrm>
            <a:off x="228600" y="332740"/>
            <a:ext cx="11734800" cy="365760"/>
          </a:xfrm>
        </p:spPr>
        <p:txBody>
          <a:bodyPr/>
          <a:lstStyle/>
          <a:p>
            <a:r>
              <a:rPr lang="en-US" sz="2800" b="1">
                <a:solidFill>
                  <a:schemeClr val="accent1"/>
                </a:solidFill>
              </a:rPr>
              <a:t>3. Emission calculation </a:t>
            </a:r>
          </a:p>
        </p:txBody>
      </p:sp>
      <p:sp>
        <p:nvSpPr>
          <p:cNvPr id="9" name="TextBox 8">
            <a:extLst>
              <a:ext uri="{FF2B5EF4-FFF2-40B4-BE49-F238E27FC236}">
                <a16:creationId xmlns:a16="http://schemas.microsoft.com/office/drawing/2014/main" id="{51214928-94DD-B8A1-552B-E6982F771C98}"/>
              </a:ext>
            </a:extLst>
          </p:cNvPr>
          <p:cNvSpPr txBox="1"/>
          <p:nvPr/>
        </p:nvSpPr>
        <p:spPr>
          <a:xfrm>
            <a:off x="228600" y="609600"/>
            <a:ext cx="11734800" cy="5909310"/>
          </a:xfrm>
          <a:prstGeom prst="rect">
            <a:avLst/>
          </a:prstGeom>
          <a:noFill/>
        </p:spPr>
        <p:txBody>
          <a:bodyPr wrap="square">
            <a:spAutoFit/>
          </a:bodyPr>
          <a:lstStyle/>
          <a:p>
            <a:r>
              <a:rPr lang="en-GB" b="1">
                <a:solidFill>
                  <a:schemeClr val="accent1"/>
                </a:solidFill>
              </a:rPr>
              <a:t>Sub-process 3.2: Calculate Emissions for Real Estate Equity</a:t>
            </a:r>
            <a:endParaRPr lang="en-GB">
              <a:solidFill>
                <a:schemeClr val="accent1"/>
              </a:solidFill>
            </a:endParaRPr>
          </a:p>
          <a:p>
            <a:r>
              <a:rPr lang="en-GB" sz="1600" b="1"/>
              <a:t>Inputs</a:t>
            </a:r>
            <a:r>
              <a:rPr lang="en-GB" sz="1200" b="1"/>
              <a:t> </a:t>
            </a:r>
            <a:endParaRPr lang="en-GB" sz="1050" b="1"/>
          </a:p>
          <a:p>
            <a:endParaRPr lang="en-GB" sz="1200" b="1"/>
          </a:p>
          <a:p>
            <a:pPr marL="628650" lvl="1" indent="-171450">
              <a:buFont typeface="Arial" panose="020B0604020202020204" pitchFamily="34" charset="0"/>
              <a:buChar char="•"/>
            </a:pPr>
            <a:r>
              <a:rPr lang="en-GB" sz="1200" b="1"/>
              <a:t>Internal data sources:</a:t>
            </a:r>
            <a:r>
              <a:rPr lang="en-GB" sz="1200"/>
              <a:t> inputs come directly from the validated dataset of Phase 2</a:t>
            </a:r>
          </a:p>
          <a:p>
            <a:endParaRPr lang="en-GB" sz="1200"/>
          </a:p>
          <a:p>
            <a:r>
              <a:rPr lang="en-GB" sz="1600" b="1"/>
              <a:t>Processing Logic:</a:t>
            </a:r>
            <a:r>
              <a:rPr lang="en-GB" sz="1600"/>
              <a:t> </a:t>
            </a:r>
            <a:endParaRPr lang="en-GB" sz="1200"/>
          </a:p>
          <a:p>
            <a:pPr marL="628650" lvl="1" indent="-171450">
              <a:buFont typeface="Arial" panose="020B0604020202020204" pitchFamily="34" charset="0"/>
              <a:buChar char="•"/>
            </a:pPr>
            <a:r>
              <a:rPr lang="en-GB" sz="1200"/>
              <a:t>For each property asset, we have either actual operational emissions data or an estimated emissions figure (from Phase 2, likely calculated via energy use or proxy). We also have our ownership share in the asset (often 100% if wholly owned, or some percentage if co-owned). In lieu of EVIC (since a building isn’t a company with debt/equity split in the same way), the attribution factor is the ownership percentage or financed fraction of the asset’s value.</a:t>
            </a:r>
          </a:p>
          <a:p>
            <a:pPr marL="628650" lvl="1" indent="-171450">
              <a:buFont typeface="Arial" panose="020B0604020202020204" pitchFamily="34" charset="0"/>
              <a:buChar char="•"/>
            </a:pPr>
            <a:r>
              <a:rPr lang="en-GB" sz="1200"/>
              <a:t>Method &amp; Processing Logic: Formally, for each property p:</a:t>
            </a:r>
          </a:p>
          <a:p>
            <a:endParaRPr lang="en-GB" sz="1200"/>
          </a:p>
          <a:p>
            <a:endParaRPr lang="en-GB" sz="1200"/>
          </a:p>
          <a:p>
            <a:endParaRPr lang="en-GB" sz="1200"/>
          </a:p>
          <a:p>
            <a:endParaRPr lang="en-GB" sz="1200"/>
          </a:p>
          <a:p>
            <a:pPr marL="628650" lvl="1" indent="-171450">
              <a:buFont typeface="Arial" panose="020B0604020202020204" pitchFamily="34" charset="0"/>
              <a:buChar char="•"/>
            </a:pPr>
            <a:r>
              <a:rPr lang="en-GB" sz="1200"/>
              <a:t>The Property Emissions would ideally be the sum of Scope 1 and 2 emissions from building operations (e.g., fuel combustion on-site, purchased electricity) over a year. We ensure those emissions are either measured (from utility data, fuel usage) or estimated via the proxies applied earlier. If properties are held via a property company or fund structure, but essentially we have look-through to the asset, we use the same approach.</a:t>
            </a:r>
          </a:p>
          <a:p>
            <a:pPr marL="628650" lvl="1" indent="-171450">
              <a:buFont typeface="Arial" panose="020B0604020202020204" pitchFamily="34" charset="0"/>
              <a:buChar char="•"/>
            </a:pPr>
            <a:r>
              <a:rPr lang="en-GB" sz="1200"/>
              <a:t>For each property, if we had to compute emissions via energy, we do: Energy use (kWh) × carbon factor (</a:t>
            </a:r>
            <a:r>
              <a:rPr lang="en-GB" sz="1200" err="1"/>
              <a:t>kgCO₂e</a:t>
            </a:r>
            <a:r>
              <a:rPr lang="en-GB" sz="1200"/>
              <a:t>/kWh) for each energy type, summing to total tCO₂e3. (This would have been done in data acquisition or validation step for proxies; here we just use the result).</a:t>
            </a:r>
          </a:p>
          <a:p>
            <a:pPr marL="628650" lvl="1" indent="-171450">
              <a:buFont typeface="Arial" panose="020B0604020202020204" pitchFamily="34" charset="0"/>
              <a:buChar char="•"/>
            </a:pPr>
            <a:r>
              <a:rPr lang="en-GB" sz="1200"/>
              <a:t>No additional financial factor like EVIC is needed since we’re directly allocating by ownership. The “investment value” in a sense is proportional to ownership anyway. If needed, we could also check consistency by taking (our investment value / property value) as the fraction – it should equal our ownership share. If not, that implies perhaps leverage on the property; however, since we are equity owners, PCAF would treat it as if we finance that share of emissions fully.</a:t>
            </a:r>
          </a:p>
          <a:p>
            <a:pPr marL="628650" lvl="1" indent="-171450">
              <a:buFont typeface="Arial" panose="020B0604020202020204" pitchFamily="34" charset="0"/>
              <a:buChar char="•"/>
            </a:pPr>
            <a:r>
              <a:rPr lang="en-GB" sz="1200"/>
              <a:t>We aggregate emissions across all real estate assets</a:t>
            </a:r>
          </a:p>
          <a:p>
            <a:endParaRPr lang="en-GB" sz="1200" b="1"/>
          </a:p>
          <a:p>
            <a:pPr marL="171450" indent="-171450">
              <a:buFont typeface="Arial" panose="020B0604020202020204" pitchFamily="34" charset="0"/>
              <a:buChar char="•"/>
            </a:pPr>
            <a:r>
              <a:rPr lang="en-GB" sz="1600" b="1"/>
              <a:t>Outputs:</a:t>
            </a:r>
            <a:r>
              <a:rPr lang="en-GB" sz="1600"/>
              <a:t> </a:t>
            </a:r>
            <a:r>
              <a:rPr lang="en-GB" sz="1600" b="1"/>
              <a:t>Financed emissions for each real estate investment</a:t>
            </a:r>
            <a:r>
              <a:rPr lang="en-GB" sz="1600"/>
              <a:t>, </a:t>
            </a:r>
            <a:r>
              <a:rPr lang="en-GB" sz="1600" b="1"/>
              <a:t>typically expressed in tons </a:t>
            </a:r>
            <a:r>
              <a:rPr lang="en-GB" sz="1600" b="1" err="1"/>
              <a:t>CO₂e</a:t>
            </a:r>
            <a:r>
              <a:rPr lang="en-GB" sz="1600" b="1"/>
              <a:t>. </a:t>
            </a:r>
          </a:p>
          <a:p>
            <a:pPr marL="628650" lvl="1" indent="-171450">
              <a:buFont typeface="Arial" panose="020B0604020202020204" pitchFamily="34" charset="0"/>
              <a:buChar char="•"/>
            </a:pPr>
            <a:r>
              <a:rPr lang="en-GB" sz="1200"/>
              <a:t>Financed emissions from real estate portfolio (</a:t>
            </a:r>
            <a:r>
              <a:rPr lang="en-GB" sz="1200" err="1"/>
              <a:t>tCO₂e</a:t>
            </a:r>
            <a:r>
              <a:rPr lang="en-GB" sz="1200"/>
              <a:t>). This could be broken down by property or summed. Likely we’ll report an aggregate figure for real estate investments. Additional outputs might include the breakdown by type of emissions (e.g., electricity vs gas usage contributions) if needed internally, and an intensity metric like kg </a:t>
            </a:r>
            <a:r>
              <a:rPr lang="en-GB" sz="1200" err="1"/>
              <a:t>CO₂e</a:t>
            </a:r>
            <a:r>
              <a:rPr lang="en-GB" sz="1200"/>
              <a:t> per square meter across the portfolio to align with any real estate benchmarks</a:t>
            </a:r>
          </a:p>
          <a:p>
            <a:pPr marL="628650" lvl="1" indent="-171450">
              <a:buFont typeface="Arial" panose="020B0604020202020204" pitchFamily="34" charset="0"/>
              <a:buChar char="•"/>
            </a:pPr>
            <a:r>
              <a:rPr lang="en-GB" sz="1200"/>
              <a:t>for external disclosure, usually the total financed emissions attributed to real estate holdings is the key number. We again record the PCAF data quality (perhaps many property emissions might be estimated if direct data was unavailable). If any properties were only partially owned, that is already accounted in the calculation by the share.</a:t>
            </a:r>
          </a:p>
        </p:txBody>
      </p:sp>
      <p:pic>
        <p:nvPicPr>
          <p:cNvPr id="3" name="Picture 2">
            <a:extLst>
              <a:ext uri="{FF2B5EF4-FFF2-40B4-BE49-F238E27FC236}">
                <a16:creationId xmlns:a16="http://schemas.microsoft.com/office/drawing/2014/main" id="{D400BB51-2E30-E126-3B9B-74380FC8B9A0}"/>
              </a:ext>
            </a:extLst>
          </p:cNvPr>
          <p:cNvPicPr>
            <a:picLocks noChangeAspect="1"/>
          </p:cNvPicPr>
          <p:nvPr/>
        </p:nvPicPr>
        <p:blipFill>
          <a:blip r:embed="rId3"/>
          <a:stretch>
            <a:fillRect/>
          </a:stretch>
        </p:blipFill>
        <p:spPr>
          <a:xfrm>
            <a:off x="933450" y="2730500"/>
            <a:ext cx="7581900" cy="609600"/>
          </a:xfrm>
          <a:prstGeom prst="rect">
            <a:avLst/>
          </a:prstGeom>
        </p:spPr>
      </p:pic>
    </p:spTree>
    <p:extLst>
      <p:ext uri="{BB962C8B-B14F-4D97-AF65-F5344CB8AC3E}">
        <p14:creationId xmlns:p14="http://schemas.microsoft.com/office/powerpoint/2010/main" val="1242245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68359-56EA-C660-C3AE-D70653E02FC1}"/>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80CCCCE5-06B1-0433-8F39-5D1F1A51E8BB}"/>
              </a:ext>
            </a:extLst>
          </p:cNvPr>
          <p:cNvSpPr>
            <a:spLocks noGrp="1"/>
          </p:cNvSpPr>
          <p:nvPr>
            <p:ph type="title"/>
          </p:nvPr>
        </p:nvSpPr>
        <p:spPr>
          <a:xfrm>
            <a:off x="228600" y="332740"/>
            <a:ext cx="11734800" cy="365760"/>
          </a:xfrm>
        </p:spPr>
        <p:txBody>
          <a:bodyPr/>
          <a:lstStyle/>
          <a:p>
            <a:r>
              <a:rPr lang="en-US" sz="2800" b="1">
                <a:solidFill>
                  <a:schemeClr val="accent1"/>
                </a:solidFill>
              </a:rPr>
              <a:t>3. Emission calculation </a:t>
            </a:r>
          </a:p>
        </p:txBody>
      </p:sp>
      <p:sp>
        <p:nvSpPr>
          <p:cNvPr id="9" name="TextBox 8">
            <a:extLst>
              <a:ext uri="{FF2B5EF4-FFF2-40B4-BE49-F238E27FC236}">
                <a16:creationId xmlns:a16="http://schemas.microsoft.com/office/drawing/2014/main" id="{F9B26BA1-33F3-3BD1-C23C-C337842F5D45}"/>
              </a:ext>
            </a:extLst>
          </p:cNvPr>
          <p:cNvSpPr txBox="1"/>
          <p:nvPr/>
        </p:nvSpPr>
        <p:spPr>
          <a:xfrm>
            <a:off x="228600" y="609600"/>
            <a:ext cx="11734800" cy="5909310"/>
          </a:xfrm>
          <a:prstGeom prst="rect">
            <a:avLst/>
          </a:prstGeom>
          <a:noFill/>
        </p:spPr>
        <p:txBody>
          <a:bodyPr wrap="square">
            <a:spAutoFit/>
          </a:bodyPr>
          <a:lstStyle/>
          <a:p>
            <a:r>
              <a:rPr lang="en-GB" b="1" dirty="0">
                <a:solidFill>
                  <a:schemeClr val="accent1"/>
                </a:solidFill>
              </a:rPr>
              <a:t>Sub-process 3.3: Calculate Emissions for Infrastructure Equity</a:t>
            </a:r>
            <a:endParaRPr lang="en-GB" dirty="0">
              <a:solidFill>
                <a:schemeClr val="accent1"/>
              </a:solidFill>
            </a:endParaRPr>
          </a:p>
          <a:p>
            <a:r>
              <a:rPr lang="en-GB" sz="1600" b="1" dirty="0"/>
              <a:t>Inputs</a:t>
            </a:r>
            <a:r>
              <a:rPr lang="en-GB" sz="1200" b="1" dirty="0"/>
              <a:t> </a:t>
            </a:r>
            <a:endParaRPr lang="en-GB" sz="1050" b="1" dirty="0"/>
          </a:p>
          <a:p>
            <a:endParaRPr lang="en-GB" sz="1200" b="1" dirty="0"/>
          </a:p>
          <a:p>
            <a:pPr marL="628650" lvl="1" indent="-171450">
              <a:buFont typeface="Arial" panose="020B0604020202020204" pitchFamily="34" charset="0"/>
              <a:buChar char="•"/>
            </a:pPr>
            <a:r>
              <a:rPr lang="en-GB" sz="1200" b="1" dirty="0"/>
              <a:t>Internal data sources:</a:t>
            </a:r>
            <a:r>
              <a:rPr lang="en-GB" sz="1200" dirty="0"/>
              <a:t> inputs come directly from the validated dataset of Phase 2</a:t>
            </a:r>
          </a:p>
          <a:p>
            <a:endParaRPr lang="en-GB" sz="1200" dirty="0"/>
          </a:p>
          <a:p>
            <a:r>
              <a:rPr lang="en-GB" sz="1600" b="1" dirty="0"/>
              <a:t>Processing Logic:</a:t>
            </a:r>
            <a:r>
              <a:rPr lang="en-GB" sz="1600" dirty="0"/>
              <a:t> </a:t>
            </a:r>
            <a:endParaRPr lang="en-GB" sz="1200" dirty="0"/>
          </a:p>
          <a:p>
            <a:pPr marL="628650" lvl="1" indent="-171450">
              <a:buFont typeface="Arial" panose="020B0604020202020204" pitchFamily="34" charset="0"/>
              <a:buChar char="•"/>
            </a:pPr>
            <a:r>
              <a:rPr lang="en-GB" sz="1200" dirty="0"/>
              <a:t>For each project, we should have an emissions figure (either reported by the project operator or estimated via proxies, depending on data availability from Phase 2) and our ownership percentage or share of financing. If the infrastructure investment is through a fund, we may have to look through to underlying projects proportionally. </a:t>
            </a:r>
          </a:p>
          <a:p>
            <a:pPr marL="628650" lvl="1" indent="-171450">
              <a:buFont typeface="Arial" panose="020B0604020202020204" pitchFamily="34" charset="0"/>
              <a:buChar char="•"/>
            </a:pPr>
            <a:r>
              <a:rPr lang="en-GB" sz="1200" dirty="0"/>
              <a:t>Method &amp; Processing Logic: PCAF’s project finance methodology is similar to bonds : allocate based on share of total project cost financed. For each project j:</a:t>
            </a:r>
          </a:p>
          <a:p>
            <a:endParaRPr lang="en-GB" sz="1200" dirty="0"/>
          </a:p>
          <a:p>
            <a:endParaRPr lang="en-GB" sz="1200" dirty="0"/>
          </a:p>
          <a:p>
            <a:endParaRPr lang="en-GB" sz="1200" dirty="0"/>
          </a:p>
          <a:p>
            <a:endParaRPr lang="en-GB" sz="1200" dirty="0"/>
          </a:p>
          <a:p>
            <a:pPr marL="628650" lvl="1" indent="-171450">
              <a:buFont typeface="Arial" panose="020B0604020202020204" pitchFamily="34" charset="0"/>
              <a:buChar char="•"/>
            </a:pPr>
            <a:r>
              <a:rPr lang="en-GB" sz="1200" dirty="0"/>
              <a:t>This mirrors the approach for real estate, using share of equity or loan in the project as attribution. If we provided, say, 20% of the capital for an infrastructure project, we take responsibility for 20% of its annual emissions.</a:t>
            </a:r>
          </a:p>
          <a:p>
            <a:pPr marL="628650" lvl="1" indent="-171450">
              <a:buFont typeface="Arial" panose="020B0604020202020204" pitchFamily="34" charset="0"/>
              <a:buChar char="•"/>
            </a:pPr>
            <a:r>
              <a:rPr lang="en-GB" sz="1200" dirty="0"/>
              <a:t>Project Emissions should cover operational emissions of the infrastructure. For example, if it’s a renewable energy project, operational emissions might be low (mostly maintenance vehicles, etc.), whereas a transportation infrastructure (like a toll road) might have more significant operational footprint (energy use for lighting, etc.). If it’s a power generation project (e.g., a gas power plant), the combustion emissions would be the major contributor. We use whatever data is available; if none, we use industry proxy (like emissions per MW for similar plants, etc.).</a:t>
            </a:r>
          </a:p>
          <a:p>
            <a:pPr marL="628650" lvl="1" indent="-171450">
              <a:buFont typeface="Arial" panose="020B0604020202020204" pitchFamily="34" charset="0"/>
              <a:buChar char="•"/>
            </a:pPr>
            <a:r>
              <a:rPr lang="en-GB" sz="1200" dirty="0"/>
              <a:t>Ensure that any debt vs equity distinction in project finance is considered: if our investment is equity and the project also has loans, PCAF would still have us count our portion of emissions based on total project value financed. In practice, since we’re likely calculating for “infrastructure equity”, we assume equity share as the proportion. (If there were project loans we provided, it would be similar calculation treating loan as part of financing).</a:t>
            </a:r>
          </a:p>
          <a:p>
            <a:pPr marL="628650" lvl="1" indent="-171450">
              <a:buFont typeface="Arial" panose="020B0604020202020204" pitchFamily="34" charset="0"/>
              <a:buChar char="•"/>
            </a:pPr>
            <a:r>
              <a:rPr lang="en-GB" sz="1200" dirty="0"/>
              <a:t>Compute for each project and sum up.</a:t>
            </a:r>
          </a:p>
          <a:p>
            <a:endParaRPr lang="en-GB" sz="1200" b="1" dirty="0"/>
          </a:p>
          <a:p>
            <a:pPr marL="171450" indent="-171450">
              <a:buFont typeface="Arial" panose="020B0604020202020204" pitchFamily="34" charset="0"/>
              <a:buChar char="•"/>
            </a:pPr>
            <a:r>
              <a:rPr lang="en-GB" sz="1600" b="1" dirty="0"/>
              <a:t>Outputs: Financed emissions for each infrastructure equity investment (project finance), typically expressed in tons </a:t>
            </a:r>
            <a:r>
              <a:rPr lang="en-GB" sz="1600" b="1" dirty="0" err="1"/>
              <a:t>CO₂e</a:t>
            </a:r>
            <a:endParaRPr lang="en-GB" sz="1600" b="1" dirty="0"/>
          </a:p>
          <a:p>
            <a:pPr marL="628650" lvl="1" indent="-171450">
              <a:buFont typeface="Arial" panose="020B0604020202020204" pitchFamily="34" charset="0"/>
              <a:buChar char="•"/>
            </a:pPr>
            <a:r>
              <a:rPr lang="en-GB" sz="1200" dirty="0"/>
              <a:t>Financed emissions from infrastructure investments (</a:t>
            </a:r>
            <a:r>
              <a:rPr lang="en-GB" sz="1200" dirty="0" err="1"/>
              <a:t>tCO₂e</a:t>
            </a:r>
            <a:r>
              <a:rPr lang="en-GB" sz="1200" dirty="0"/>
              <a:t>). Again, aggregated as needed (total for this category). We might also note project-level results internally, especially if we want to identify high emission projects vs low (e.g., a list: Project A – 1,000 </a:t>
            </a:r>
            <a:r>
              <a:rPr lang="en-GB" sz="1200" dirty="0" err="1"/>
              <a:t>tCO₂e</a:t>
            </a:r>
            <a:r>
              <a:rPr lang="en-GB" sz="1200" dirty="0"/>
              <a:t>, Project B – 0 </a:t>
            </a:r>
            <a:r>
              <a:rPr lang="en-GB" sz="1200" dirty="0" err="1"/>
              <a:t>tCO₂e</a:t>
            </a:r>
            <a:r>
              <a:rPr lang="en-GB" sz="1200" dirty="0"/>
              <a:t> if it’s a wind farm, etc.). This could feed into future strategy (which projects to decarbonise) </a:t>
            </a:r>
          </a:p>
          <a:p>
            <a:pPr marL="628650" lvl="1" indent="-171450">
              <a:buFont typeface="Arial" panose="020B0604020202020204" pitchFamily="34" charset="0"/>
              <a:buChar char="•"/>
            </a:pPr>
            <a:r>
              <a:rPr lang="en-GB" sz="1200" dirty="0"/>
              <a:t>For reporting, likely the total figure is disclosed, possibly with qualitative commentary on the nature of those assets. Intensity metrics here are less standard, but one could compute something like </a:t>
            </a:r>
            <a:r>
              <a:rPr lang="en-GB" sz="1200" dirty="0" err="1"/>
              <a:t>tCO₂e</a:t>
            </a:r>
            <a:r>
              <a:rPr lang="en-GB" sz="1200" dirty="0"/>
              <a:t> per £m invested in infrastructure for internal comparison.</a:t>
            </a:r>
          </a:p>
        </p:txBody>
      </p:sp>
      <p:pic>
        <p:nvPicPr>
          <p:cNvPr id="2" name="Picture 1">
            <a:extLst>
              <a:ext uri="{FF2B5EF4-FFF2-40B4-BE49-F238E27FC236}">
                <a16:creationId xmlns:a16="http://schemas.microsoft.com/office/drawing/2014/main" id="{64041E1B-EFDB-E940-DFB9-A0B666142F8E}"/>
              </a:ext>
            </a:extLst>
          </p:cNvPr>
          <p:cNvPicPr>
            <a:picLocks noChangeAspect="1"/>
          </p:cNvPicPr>
          <p:nvPr/>
        </p:nvPicPr>
        <p:blipFill>
          <a:blip r:embed="rId3"/>
          <a:stretch>
            <a:fillRect/>
          </a:stretch>
        </p:blipFill>
        <p:spPr>
          <a:xfrm>
            <a:off x="844550" y="2617013"/>
            <a:ext cx="7124700" cy="444500"/>
          </a:xfrm>
          <a:prstGeom prst="rect">
            <a:avLst/>
          </a:prstGeom>
        </p:spPr>
      </p:pic>
    </p:spTree>
    <p:extLst>
      <p:ext uri="{BB962C8B-B14F-4D97-AF65-F5344CB8AC3E}">
        <p14:creationId xmlns:p14="http://schemas.microsoft.com/office/powerpoint/2010/main" val="657974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8B39-C7DA-8CB6-DC0E-5086F2D02124}"/>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DDDF7E9-2D0D-2D5B-BE14-C000B090FFF7}"/>
              </a:ext>
            </a:extLst>
          </p:cNvPr>
          <p:cNvSpPr>
            <a:spLocks noGrp="1"/>
          </p:cNvSpPr>
          <p:nvPr>
            <p:ph type="body" sz="quarter" idx="16"/>
          </p:nvPr>
        </p:nvSpPr>
        <p:spPr/>
        <p:txBody>
          <a:bodyPr/>
          <a:lstStyle/>
          <a:p>
            <a:r>
              <a:rPr lang="en-GB" sz="6600"/>
              <a:t>Scope 3 insight and decision making</a:t>
            </a:r>
          </a:p>
        </p:txBody>
      </p:sp>
      <p:sp>
        <p:nvSpPr>
          <p:cNvPr id="4" name="Text Placeholder 3">
            <a:extLst>
              <a:ext uri="{FF2B5EF4-FFF2-40B4-BE49-F238E27FC236}">
                <a16:creationId xmlns:a16="http://schemas.microsoft.com/office/drawing/2014/main" id="{4A72C6E2-BD27-CF7B-0898-1317B8852F06}"/>
              </a:ext>
            </a:extLst>
          </p:cNvPr>
          <p:cNvSpPr>
            <a:spLocks noGrp="1"/>
          </p:cNvSpPr>
          <p:nvPr>
            <p:ph type="body" sz="quarter" idx="13"/>
          </p:nvPr>
        </p:nvSpPr>
        <p:spPr/>
        <p:txBody>
          <a:bodyPr/>
          <a:lstStyle/>
          <a:p>
            <a:endParaRPr lang="en-GB"/>
          </a:p>
        </p:txBody>
      </p:sp>
      <p:sp>
        <p:nvSpPr>
          <p:cNvPr id="7" name="Text Placeholder 6">
            <a:extLst>
              <a:ext uri="{FF2B5EF4-FFF2-40B4-BE49-F238E27FC236}">
                <a16:creationId xmlns:a16="http://schemas.microsoft.com/office/drawing/2014/main" id="{C2A363B5-77D8-02AE-7EFD-9B76269754C6}"/>
              </a:ext>
            </a:extLst>
          </p:cNvPr>
          <p:cNvSpPr>
            <a:spLocks noGrp="1"/>
          </p:cNvSpPr>
          <p:nvPr>
            <p:ph type="body" sz="quarter" idx="17"/>
          </p:nvPr>
        </p:nvSpPr>
        <p:spPr/>
        <p:txBody>
          <a:bodyPr/>
          <a:lstStyle/>
          <a:p>
            <a:endParaRPr lang="en-GB"/>
          </a:p>
        </p:txBody>
      </p:sp>
      <p:sp>
        <p:nvSpPr>
          <p:cNvPr id="5" name="Text Placeholder 4">
            <a:extLst>
              <a:ext uri="{FF2B5EF4-FFF2-40B4-BE49-F238E27FC236}">
                <a16:creationId xmlns:a16="http://schemas.microsoft.com/office/drawing/2014/main" id="{1AC3F936-9759-2069-4F0E-EAC1B53BF35F}"/>
              </a:ext>
            </a:extLst>
          </p:cNvPr>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734047903"/>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BB63-953E-219C-6FBE-5F784324CD04}"/>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A331D2D8-15B0-DEA3-AC3A-297FE66B0E51}"/>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Scope 3 as Part of Sustainable Investment, Climate Risk Management and Portfolio Management Decision Making - Candidates (Illustrative)  </a:t>
            </a:r>
            <a:endParaRPr lang="en-GB" sz="2800" b="1">
              <a:solidFill>
                <a:srgbClr val="FF462D"/>
              </a:solidFill>
              <a:cs typeface="Arial"/>
            </a:endParaRPr>
          </a:p>
        </p:txBody>
      </p:sp>
      <p:graphicFrame>
        <p:nvGraphicFramePr>
          <p:cNvPr id="11" name="Table 10">
            <a:extLst>
              <a:ext uri="{FF2B5EF4-FFF2-40B4-BE49-F238E27FC236}">
                <a16:creationId xmlns:a16="http://schemas.microsoft.com/office/drawing/2014/main" id="{74CCE4EE-EDF7-ED25-7208-A0427A515C70}"/>
              </a:ext>
            </a:extLst>
          </p:cNvPr>
          <p:cNvGraphicFramePr>
            <a:graphicFrameLocks noGrp="1"/>
          </p:cNvGraphicFramePr>
          <p:nvPr>
            <p:extLst>
              <p:ext uri="{D42A27DB-BD31-4B8C-83A1-F6EECF244321}">
                <p14:modId xmlns:p14="http://schemas.microsoft.com/office/powerpoint/2010/main" val="1738873366"/>
              </p:ext>
            </p:extLst>
          </p:nvPr>
        </p:nvGraphicFramePr>
        <p:xfrm>
          <a:off x="244257" y="1308970"/>
          <a:ext cx="11179479" cy="4937760"/>
        </p:xfrm>
        <a:graphic>
          <a:graphicData uri="http://schemas.openxmlformats.org/drawingml/2006/table">
            <a:tbl>
              <a:tblPr firstRow="1" bandRow="1">
                <a:tableStyleId>{00A15C55-8517-42AA-B614-E9B94910E393}</a:tableStyleId>
              </a:tblPr>
              <a:tblGrid>
                <a:gridCol w="3726493">
                  <a:extLst>
                    <a:ext uri="{9D8B030D-6E8A-4147-A177-3AD203B41FA5}">
                      <a16:colId xmlns:a16="http://schemas.microsoft.com/office/drawing/2014/main" val="20000"/>
                    </a:ext>
                  </a:extLst>
                </a:gridCol>
                <a:gridCol w="3726493">
                  <a:extLst>
                    <a:ext uri="{9D8B030D-6E8A-4147-A177-3AD203B41FA5}">
                      <a16:colId xmlns:a16="http://schemas.microsoft.com/office/drawing/2014/main" val="20001"/>
                    </a:ext>
                  </a:extLst>
                </a:gridCol>
                <a:gridCol w="3726493">
                  <a:extLst>
                    <a:ext uri="{9D8B030D-6E8A-4147-A177-3AD203B41FA5}">
                      <a16:colId xmlns:a16="http://schemas.microsoft.com/office/drawing/2014/main" val="20002"/>
                    </a:ext>
                  </a:extLst>
                </a:gridCol>
              </a:tblGrid>
              <a:tr h="360000">
                <a:tc>
                  <a:txBody>
                    <a:bodyPr/>
                    <a:lstStyle/>
                    <a:p>
                      <a:pPr>
                        <a:buNone/>
                      </a:pPr>
                      <a:r>
                        <a:rPr lang="en-GB"/>
                        <a:t>Hypothesis (testable statement)</a:t>
                      </a:r>
                    </a:p>
                  </a:txBody>
                  <a:tcPr anchor="ctr"/>
                </a:tc>
                <a:tc>
                  <a:txBody>
                    <a:bodyPr/>
                    <a:lstStyle/>
                    <a:p>
                      <a:pPr>
                        <a:buNone/>
                      </a:pPr>
                      <a:r>
                        <a:rPr lang="en-GB"/>
                        <a:t>Key Data Inputs</a:t>
                      </a:r>
                    </a:p>
                  </a:txBody>
                  <a:tcPr anchor="ctr"/>
                </a:tc>
                <a:tc>
                  <a:txBody>
                    <a:bodyPr/>
                    <a:lstStyle/>
                    <a:p>
                      <a:pPr>
                        <a:buNone/>
                      </a:pPr>
                      <a:r>
                        <a:rPr lang="en-GB"/>
                        <a:t>Modelling / Analytics Required</a:t>
                      </a:r>
                    </a:p>
                  </a:txBody>
                  <a:tcPr anchor="ctr"/>
                </a:tc>
                <a:extLst>
                  <a:ext uri="{0D108BD9-81ED-4DB2-BD59-A6C34878D82A}">
                    <a16:rowId xmlns:a16="http://schemas.microsoft.com/office/drawing/2014/main" val="10000"/>
                  </a:ext>
                </a:extLst>
              </a:tr>
              <a:tr h="1143000">
                <a:tc>
                  <a:txBody>
                    <a:bodyPr/>
                    <a:lstStyle/>
                    <a:p>
                      <a:pPr>
                        <a:buNone/>
                      </a:pPr>
                      <a:r>
                        <a:rPr lang="en-GB" sz="1200" b="1"/>
                        <a:t>Climate adjusted financial metrics (e.g. emissions-adjusted yield curves)</a:t>
                      </a:r>
                      <a:r>
                        <a:rPr lang="en-GB" sz="1200"/>
                        <a:t>: Using corporate bonds </a:t>
                      </a:r>
                      <a:r>
                        <a:rPr lang="en-GB" sz="1200" err="1"/>
                        <a:t>asasn</a:t>
                      </a:r>
                      <a:r>
                        <a:rPr lang="en-GB" sz="1200"/>
                        <a:t> example, issuers of such bonds with high Scope 3 intensity will see steeper yield curves due to anticipated transition risk premia.</a:t>
                      </a:r>
                    </a:p>
                  </a:txBody>
                  <a:tcPr/>
                </a:tc>
                <a:tc>
                  <a:txBody>
                    <a:bodyPr/>
                    <a:lstStyle/>
                    <a:p>
                      <a:pPr>
                        <a:buNone/>
                      </a:pPr>
                      <a:r>
                        <a:rPr lang="en-GB" sz="1200" b="0" u="none" strike="noStrike" kern="1200">
                          <a:solidFill>
                            <a:schemeClr val="dk1"/>
                          </a:solidFill>
                          <a:effectLst/>
                        </a:rPr>
                        <a:t>Bond yield curves by issuer</a:t>
                      </a:r>
                      <a:br>
                        <a:rPr lang="en-GB" sz="1200"/>
                      </a:br>
                      <a:r>
                        <a:rPr lang="en-GB" sz="1200" b="0" u="none" strike="noStrike" kern="1200">
                          <a:solidFill>
                            <a:schemeClr val="dk1"/>
                          </a:solidFill>
                          <a:effectLst/>
                        </a:rPr>
                        <a:t>- Scope 3 intensity (</a:t>
                      </a:r>
                      <a:r>
                        <a:rPr lang="en-GB" sz="1200" b="0" u="none" strike="noStrike" kern="1200" err="1">
                          <a:solidFill>
                            <a:schemeClr val="dk1"/>
                          </a:solidFill>
                          <a:effectLst/>
                        </a:rPr>
                        <a:t>tCO₂e</a:t>
                      </a:r>
                      <a:r>
                        <a:rPr lang="en-GB" sz="1200" b="0" u="none" strike="noStrike" kern="1200">
                          <a:solidFill>
                            <a:schemeClr val="dk1"/>
                          </a:solidFill>
                          <a:effectLst/>
                        </a:rPr>
                        <a:t> / $ revenue)</a:t>
                      </a:r>
                      <a:br>
                        <a:rPr lang="en-GB" sz="1200"/>
                      </a:br>
                      <a:r>
                        <a:rPr lang="en-GB" sz="1200" b="0" u="none" strike="noStrike" kern="1200">
                          <a:solidFill>
                            <a:schemeClr val="dk1"/>
                          </a:solidFill>
                          <a:effectLst/>
                        </a:rPr>
                        <a:t>- Sector decarbonisation pathways</a:t>
                      </a:r>
                      <a:br>
                        <a:rPr lang="en-GB" sz="1200"/>
                      </a:br>
                      <a:r>
                        <a:rPr lang="en-GB" sz="1200" b="0" u="none" strike="noStrike" kern="1200">
                          <a:solidFill>
                            <a:schemeClr val="dk1"/>
                          </a:solidFill>
                          <a:effectLst/>
                        </a:rPr>
                        <a:t>- Carbon price forecasts</a:t>
                      </a:r>
                      <a:endParaRPr lang="en-GB" sz="1200"/>
                    </a:p>
                  </a:txBody>
                  <a:tcPr/>
                </a:tc>
                <a:tc>
                  <a:txBody>
                    <a:bodyPr/>
                    <a:lstStyle/>
                    <a:p>
                      <a:pPr>
                        <a:buNone/>
                      </a:pPr>
                      <a:r>
                        <a:rPr lang="en-GB" sz="1200" b="0" u="none" strike="noStrike" kern="1200">
                          <a:solidFill>
                            <a:schemeClr val="dk1"/>
                          </a:solidFill>
                          <a:effectLst/>
                        </a:rPr>
                        <a:t>- Regression of yield spreads vs Scope 3 intensity controlling for credit risk</a:t>
                      </a:r>
                      <a:br>
                        <a:rPr lang="en-GB" sz="1200"/>
                      </a:br>
                      <a:r>
                        <a:rPr lang="en-GB" sz="1200" b="0" u="none" strike="noStrike" kern="1200">
                          <a:solidFill>
                            <a:schemeClr val="dk1"/>
                          </a:solidFill>
                          <a:effectLst/>
                        </a:rPr>
                        <a:t>- Scenario analysis on carbon pricing impacts on refinancing costs</a:t>
                      </a:r>
                      <a:br>
                        <a:rPr lang="en-GB" sz="1200"/>
                      </a:br>
                      <a:r>
                        <a:rPr lang="en-GB" sz="1200" b="0" u="none" strike="noStrike" kern="1200">
                          <a:solidFill>
                            <a:schemeClr val="dk1"/>
                          </a:solidFill>
                          <a:effectLst/>
                        </a:rPr>
                        <a:t>- Build adjusted yield curves with risk premia</a:t>
                      </a:r>
                      <a:endParaRPr lang="en-GB" sz="1200"/>
                    </a:p>
                  </a:txBody>
                  <a:tcPr/>
                </a:tc>
                <a:extLst>
                  <a:ext uri="{0D108BD9-81ED-4DB2-BD59-A6C34878D82A}">
                    <a16:rowId xmlns:a16="http://schemas.microsoft.com/office/drawing/2014/main" val="10001"/>
                  </a:ext>
                </a:extLst>
              </a:tr>
              <a:tr h="1143000">
                <a:tc>
                  <a:txBody>
                    <a:bodyPr/>
                    <a:lstStyle/>
                    <a:p>
                      <a:pPr>
                        <a:buNone/>
                      </a:pPr>
                      <a:r>
                        <a:rPr lang="en-GB" sz="1200" b="1"/>
                        <a:t>Portfolio Value-at-Risk (</a:t>
                      </a:r>
                      <a:r>
                        <a:rPr lang="en-GB" sz="1200" b="1" err="1"/>
                        <a:t>VaR</a:t>
                      </a:r>
                      <a:r>
                        <a:rPr lang="en-GB" sz="1200" b="1"/>
                        <a:t>) uplift from Scope 3 transition scenarios</a:t>
                      </a:r>
                      <a:r>
                        <a:rPr lang="en-GB" sz="1200"/>
                        <a:t>: Integrating Scope 3 transition shocks increases portfolio </a:t>
                      </a:r>
                      <a:r>
                        <a:rPr lang="en-GB" sz="1200" err="1"/>
                        <a:t>VaR</a:t>
                      </a:r>
                      <a:r>
                        <a:rPr lang="en-GB" sz="1200"/>
                        <a:t>, leading to allocation shifts.</a:t>
                      </a:r>
                    </a:p>
                  </a:txBody>
                  <a:tcPr/>
                </a:tc>
                <a:tc>
                  <a:txBody>
                    <a:bodyPr/>
                    <a:lstStyle/>
                    <a:p>
                      <a:pPr>
                        <a:buNone/>
                      </a:pPr>
                      <a:r>
                        <a:rPr lang="en-GB" sz="1200" b="0" u="none" strike="noStrike" kern="1200">
                          <a:solidFill>
                            <a:schemeClr val="dk1"/>
                          </a:solidFill>
                          <a:effectLst/>
                        </a:rPr>
                        <a:t>- Portfolio holdings</a:t>
                      </a:r>
                      <a:br>
                        <a:rPr lang="en-GB" sz="1200"/>
                      </a:br>
                      <a:r>
                        <a:rPr lang="en-GB" sz="1200" b="0" u="none" strike="noStrike" kern="1200">
                          <a:solidFill>
                            <a:schemeClr val="dk1"/>
                          </a:solidFill>
                          <a:effectLst/>
                        </a:rPr>
                        <a:t>- Issuer Scope 1–3 data</a:t>
                      </a:r>
                      <a:br>
                        <a:rPr lang="en-GB" sz="1200"/>
                      </a:br>
                      <a:r>
                        <a:rPr lang="en-GB" sz="1200" b="0" u="none" strike="noStrike" kern="1200">
                          <a:solidFill>
                            <a:schemeClr val="dk1"/>
                          </a:solidFill>
                          <a:effectLst/>
                        </a:rPr>
                        <a:t>- Transition risk scenarios (NGFS)</a:t>
                      </a:r>
                      <a:br>
                        <a:rPr lang="en-GB" sz="1200"/>
                      </a:br>
                      <a:r>
                        <a:rPr lang="en-GB" sz="1200" b="0" u="none" strike="noStrike" kern="1200">
                          <a:solidFill>
                            <a:schemeClr val="dk1"/>
                          </a:solidFill>
                          <a:effectLst/>
                        </a:rPr>
                        <a:t>- Sector elasticity to carbon prices</a:t>
                      </a:r>
                      <a:endParaRPr lang="en-GB" sz="1200"/>
                    </a:p>
                  </a:txBody>
                  <a:tcPr/>
                </a:tc>
                <a:tc>
                  <a:txBody>
                    <a:bodyPr/>
                    <a:lstStyle/>
                    <a:p>
                      <a:pPr>
                        <a:buNone/>
                      </a:pPr>
                      <a:r>
                        <a:rPr lang="en-GB" sz="1200" b="0" u="none" strike="noStrike" kern="1200">
                          <a:solidFill>
                            <a:schemeClr val="dk1"/>
                          </a:solidFill>
                          <a:effectLst/>
                        </a:rPr>
                        <a:t>- Climate stress testing (e.g., PACTA, MSCI CVaR) with Scope 3 included</a:t>
                      </a:r>
                      <a:br>
                        <a:rPr lang="en-GB" sz="1200"/>
                      </a:br>
                      <a:r>
                        <a:rPr lang="en-GB" sz="1200" b="0" u="none" strike="noStrike" kern="1200">
                          <a:solidFill>
                            <a:schemeClr val="dk1"/>
                          </a:solidFill>
                          <a:effectLst/>
                        </a:rPr>
                        <a:t>- Monte Carlo simulation of carbon price shocks</a:t>
                      </a:r>
                      <a:br>
                        <a:rPr lang="en-GB" sz="1200"/>
                      </a:br>
                      <a:r>
                        <a:rPr lang="en-GB" sz="1200" b="0" u="none" strike="noStrike" kern="1200">
                          <a:solidFill>
                            <a:schemeClr val="dk1"/>
                          </a:solidFill>
                          <a:effectLst/>
                        </a:rPr>
                        <a:t>- Sensitivity analysis of </a:t>
                      </a:r>
                      <a:r>
                        <a:rPr lang="en-GB" sz="1200" b="0" u="none" strike="noStrike" kern="1200" err="1">
                          <a:solidFill>
                            <a:schemeClr val="dk1"/>
                          </a:solidFill>
                          <a:effectLst/>
                        </a:rPr>
                        <a:t>VaR</a:t>
                      </a:r>
                      <a:r>
                        <a:rPr lang="en-GB" sz="1200" b="0" u="none" strike="noStrike" kern="1200">
                          <a:solidFill>
                            <a:schemeClr val="dk1"/>
                          </a:solidFill>
                          <a:effectLst/>
                        </a:rPr>
                        <a:t> by sector</a:t>
                      </a:r>
                      <a:endParaRPr lang="en-GB" sz="1200"/>
                    </a:p>
                  </a:txBody>
                  <a:tcPr/>
                </a:tc>
                <a:extLst>
                  <a:ext uri="{0D108BD9-81ED-4DB2-BD59-A6C34878D82A}">
                    <a16:rowId xmlns:a16="http://schemas.microsoft.com/office/drawing/2014/main" val="10002"/>
                  </a:ext>
                </a:extLst>
              </a:tr>
              <a:tr h="1143000">
                <a:tc>
                  <a:txBody>
                    <a:bodyPr/>
                    <a:lstStyle/>
                    <a:p>
                      <a:pPr>
                        <a:buNone/>
                      </a:pPr>
                      <a:r>
                        <a:rPr lang="en-GB" sz="1200" b="1"/>
                        <a:t>Physical risk correlation with Scope 3 hotspots</a:t>
                      </a:r>
                      <a:r>
                        <a:rPr lang="en-GB" sz="1200"/>
                        <a:t>: Assets in sectors with high Scope 3 also face higher physical risk to operations/value chains, raising default risk.</a:t>
                      </a:r>
                    </a:p>
                  </a:txBody>
                  <a:tcPr/>
                </a:tc>
                <a:tc>
                  <a:txBody>
                    <a:bodyPr/>
                    <a:lstStyle/>
                    <a:p>
                      <a:pPr algn="l">
                        <a:defRPr sz="900"/>
                      </a:pPr>
                      <a:r>
                        <a:rPr lang="en-GB" sz="1200" b="0" u="none" strike="noStrike" kern="1200">
                          <a:solidFill>
                            <a:schemeClr val="dk1"/>
                          </a:solidFill>
                          <a:effectLst/>
                        </a:rPr>
                        <a:t>- Physical risk maps (flood, heat, drought)</a:t>
                      </a:r>
                      <a:br>
                        <a:rPr lang="en-GB" sz="1200"/>
                      </a:br>
                      <a:r>
                        <a:rPr lang="en-GB" sz="1200" b="0" u="none" strike="noStrike" kern="1200">
                          <a:solidFill>
                            <a:schemeClr val="dk1"/>
                          </a:solidFill>
                          <a:effectLst/>
                        </a:rPr>
                        <a:t>- Supplier geolocation data</a:t>
                      </a:r>
                      <a:br>
                        <a:rPr lang="en-GB" sz="1200"/>
                      </a:br>
                      <a:r>
                        <a:rPr lang="en-GB" sz="1200" b="0" u="none" strike="noStrike" kern="1200">
                          <a:solidFill>
                            <a:schemeClr val="dk1"/>
                          </a:solidFill>
                          <a:effectLst/>
                        </a:rPr>
                        <a:t>- Scope 3 category breakdown</a:t>
                      </a:r>
                      <a:endParaRPr sz="1200"/>
                    </a:p>
                  </a:txBody>
                  <a:tcPr/>
                </a:tc>
                <a:tc>
                  <a:txBody>
                    <a:bodyPr/>
                    <a:lstStyle/>
                    <a:p>
                      <a:pPr algn="l">
                        <a:defRPr sz="900"/>
                      </a:pPr>
                      <a:r>
                        <a:rPr lang="en-GB" sz="1200" b="0" u="none" strike="noStrike" kern="1200">
                          <a:solidFill>
                            <a:schemeClr val="dk1"/>
                          </a:solidFill>
                          <a:effectLst/>
                        </a:rPr>
                        <a:t>- Overlay Scope 3 upstream geography with climate hazard layers</a:t>
                      </a:r>
                      <a:br>
                        <a:rPr lang="en-GB" sz="1200"/>
                      </a:br>
                      <a:r>
                        <a:rPr lang="en-GB" sz="1200" b="0" u="none" strike="noStrike" kern="1200">
                          <a:solidFill>
                            <a:schemeClr val="dk1"/>
                          </a:solidFill>
                          <a:effectLst/>
                        </a:rPr>
                        <a:t>- Bayesian network linking supply disruption to credit risk</a:t>
                      </a:r>
                      <a:br>
                        <a:rPr lang="en-GB" sz="1200"/>
                      </a:br>
                      <a:r>
                        <a:rPr lang="en-GB" sz="1200" b="0" u="none" strike="noStrike" kern="1200">
                          <a:solidFill>
                            <a:schemeClr val="dk1"/>
                          </a:solidFill>
                          <a:effectLst/>
                        </a:rPr>
                        <a:t>- Correlation analysis between hazard exposure and Scope 3 intensity</a:t>
                      </a:r>
                      <a:endParaRPr sz="1200"/>
                    </a:p>
                  </a:txBody>
                  <a:tcPr/>
                </a:tc>
                <a:extLst>
                  <a:ext uri="{0D108BD9-81ED-4DB2-BD59-A6C34878D82A}">
                    <a16:rowId xmlns:a16="http://schemas.microsoft.com/office/drawing/2014/main" val="10003"/>
                  </a:ext>
                </a:extLst>
              </a:tr>
              <a:tr h="1143000">
                <a:tc>
                  <a:txBody>
                    <a:bodyPr/>
                    <a:lstStyle/>
                    <a:p>
                      <a:pPr>
                        <a:buNone/>
                      </a:pPr>
                      <a:r>
                        <a:rPr lang="en-GB" sz="1200" b="1"/>
                        <a:t>Sector rotation strategy based on Scope 3 abatement cost curves</a:t>
                      </a:r>
                      <a:r>
                        <a:rPr lang="en-GB" sz="1200"/>
                        <a:t>: Shifting portfolio weight to sectors where marginal abatement cost (MAC) of Scope 3 is lowest generates outperformance in tightening policy environments.</a:t>
                      </a:r>
                    </a:p>
                  </a:txBody>
                  <a:tcPr/>
                </a:tc>
                <a:tc>
                  <a:txBody>
                    <a:bodyPr/>
                    <a:lstStyle/>
                    <a:p>
                      <a:pPr algn="l">
                        <a:defRPr sz="900"/>
                      </a:pPr>
                      <a:r>
                        <a:rPr lang="en-GB" sz="1200" b="0" u="none" strike="noStrike" kern="1200">
                          <a:solidFill>
                            <a:schemeClr val="dk1"/>
                          </a:solidFill>
                          <a:effectLst/>
                        </a:rPr>
                        <a:t>- MAC curves by sector</a:t>
                      </a:r>
                      <a:br>
                        <a:rPr lang="en-GB" sz="1200"/>
                      </a:br>
                      <a:r>
                        <a:rPr lang="en-GB" sz="1200" b="0" u="none" strike="noStrike" kern="1200">
                          <a:solidFill>
                            <a:schemeClr val="dk1"/>
                          </a:solidFill>
                          <a:effectLst/>
                        </a:rPr>
                        <a:t>- Scope 3 baselines</a:t>
                      </a:r>
                      <a:br>
                        <a:rPr lang="en-GB" sz="1200"/>
                      </a:br>
                      <a:r>
                        <a:rPr lang="en-GB" sz="1200" b="0" u="none" strike="noStrike" kern="1200">
                          <a:solidFill>
                            <a:schemeClr val="dk1"/>
                          </a:solidFill>
                          <a:effectLst/>
                        </a:rPr>
                        <a:t>- Policy tightening probability</a:t>
                      </a:r>
                      <a:endParaRPr sz="1200"/>
                    </a:p>
                  </a:txBody>
                  <a:tcPr/>
                </a:tc>
                <a:tc>
                  <a:txBody>
                    <a:bodyPr/>
                    <a:lstStyle/>
                    <a:p>
                      <a:pPr algn="l">
                        <a:defRPr sz="900"/>
                      </a:pPr>
                      <a:r>
                        <a:rPr lang="en-GB" sz="1200" b="0" u="none" strike="noStrike" kern="1200">
                          <a:solidFill>
                            <a:schemeClr val="dk1"/>
                          </a:solidFill>
                          <a:effectLst/>
                        </a:rPr>
                        <a:t>- Optimisation: maximise expected return subject to carbon budget</a:t>
                      </a:r>
                      <a:br>
                        <a:rPr lang="en-GB" sz="1200"/>
                      </a:br>
                      <a:r>
                        <a:rPr lang="en-GB" sz="1200" b="0" u="none" strike="noStrike" kern="1200">
                          <a:solidFill>
                            <a:schemeClr val="dk1"/>
                          </a:solidFill>
                          <a:effectLst/>
                        </a:rPr>
                        <a:t>- Game-theoretic modelling of sector decarbonisation</a:t>
                      </a:r>
                      <a:endParaRPr sz="1200"/>
                    </a:p>
                  </a:txBody>
                  <a:tcPr/>
                </a:tc>
                <a:extLst>
                  <a:ext uri="{0D108BD9-81ED-4DB2-BD59-A6C34878D82A}">
                    <a16:rowId xmlns:a16="http://schemas.microsoft.com/office/drawing/2014/main" val="2582701567"/>
                  </a:ext>
                </a:extLst>
              </a:tr>
            </a:tbl>
          </a:graphicData>
        </a:graphic>
      </p:graphicFrame>
      <p:sp>
        <p:nvSpPr>
          <p:cNvPr id="2" name="Diamond 1">
            <a:extLst>
              <a:ext uri="{FF2B5EF4-FFF2-40B4-BE49-F238E27FC236}">
                <a16:creationId xmlns:a16="http://schemas.microsoft.com/office/drawing/2014/main" id="{D61C115E-EF47-1DEC-82EE-D61A8B99A417}"/>
              </a:ext>
            </a:extLst>
          </p:cNvPr>
          <p:cNvSpPr/>
          <p:nvPr/>
        </p:nvSpPr>
        <p:spPr>
          <a:xfrm>
            <a:off x="11243736" y="1967023"/>
            <a:ext cx="360000" cy="360000"/>
          </a:xfrm>
          <a:prstGeom prst="diamon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8741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78A7E-53F7-8325-7AA6-0BBF97D8F6F8}"/>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16CBD99D-3BEA-5BA1-E49F-83F2B235B735}"/>
              </a:ext>
            </a:extLst>
          </p:cNvPr>
          <p:cNvSpPr>
            <a:spLocks noGrp="1"/>
          </p:cNvSpPr>
          <p:nvPr>
            <p:ph type="title"/>
          </p:nvPr>
        </p:nvSpPr>
        <p:spPr>
          <a:xfrm>
            <a:off x="228600" y="332740"/>
            <a:ext cx="11734800" cy="365760"/>
          </a:xfrm>
        </p:spPr>
        <p:txBody>
          <a:bodyPr/>
          <a:lstStyle/>
          <a:p>
            <a:r>
              <a:rPr lang="en-US" sz="2800" b="1">
                <a:solidFill>
                  <a:srgbClr val="FF462D"/>
                </a:solidFill>
                <a:cs typeface="Arial"/>
              </a:rPr>
              <a:t>Climate adjusted financial metrics - from George to build and layer</a:t>
            </a:r>
            <a:endParaRPr lang="en-GB" sz="2800" b="1">
              <a:solidFill>
                <a:srgbClr val="FF462D"/>
              </a:solidFill>
              <a:cs typeface="Arial"/>
            </a:endParaRPr>
          </a:p>
        </p:txBody>
      </p:sp>
      <p:sp>
        <p:nvSpPr>
          <p:cNvPr id="70" name="Rectangle: Rounded Corners 56">
            <a:extLst>
              <a:ext uri="{FF2B5EF4-FFF2-40B4-BE49-F238E27FC236}">
                <a16:creationId xmlns:a16="http://schemas.microsoft.com/office/drawing/2014/main" id="{8CA0A363-0389-0AD9-25B7-4AC19F7CA482}"/>
              </a:ext>
            </a:extLst>
          </p:cNvPr>
          <p:cNvSpPr/>
          <p:nvPr/>
        </p:nvSpPr>
        <p:spPr>
          <a:xfrm>
            <a:off x="5217277" y="2970517"/>
            <a:ext cx="6697700" cy="3729518"/>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pPr algn="ctr"/>
            <a:r>
              <a:rPr lang="en-US" sz="1400"/>
              <a:t>Cash Flows – Bottom Up</a:t>
            </a:r>
          </a:p>
        </p:txBody>
      </p:sp>
      <p:sp>
        <p:nvSpPr>
          <p:cNvPr id="71" name="Rectangle: Rounded Corners 26">
            <a:extLst>
              <a:ext uri="{FF2B5EF4-FFF2-40B4-BE49-F238E27FC236}">
                <a16:creationId xmlns:a16="http://schemas.microsoft.com/office/drawing/2014/main" id="{3C5C43AC-DFD7-CBE7-6390-ACB1FB4C3982}"/>
              </a:ext>
            </a:extLst>
          </p:cNvPr>
          <p:cNvSpPr/>
          <p:nvPr/>
        </p:nvSpPr>
        <p:spPr>
          <a:xfrm>
            <a:off x="2687238" y="3846421"/>
            <a:ext cx="1960841" cy="2269579"/>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pPr algn="ctr"/>
            <a:r>
              <a:rPr lang="en-US" sz="1200"/>
              <a:t>Transition Risks</a:t>
            </a:r>
          </a:p>
        </p:txBody>
      </p:sp>
      <p:sp>
        <p:nvSpPr>
          <p:cNvPr id="72" name="Rectangle: Rounded Corners 5">
            <a:extLst>
              <a:ext uri="{FF2B5EF4-FFF2-40B4-BE49-F238E27FC236}">
                <a16:creationId xmlns:a16="http://schemas.microsoft.com/office/drawing/2014/main" id="{BFBFEC66-93D4-7E5D-6B69-F30BC3FB54B9}"/>
              </a:ext>
            </a:extLst>
          </p:cNvPr>
          <p:cNvSpPr/>
          <p:nvPr/>
        </p:nvSpPr>
        <p:spPr>
          <a:xfrm>
            <a:off x="1815473" y="669105"/>
            <a:ext cx="10099504" cy="1675208"/>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pPr algn="ctr"/>
            <a:r>
              <a:rPr lang="en-US"/>
              <a:t>Cash Flows – Top Down</a:t>
            </a:r>
          </a:p>
        </p:txBody>
      </p:sp>
      <p:sp>
        <p:nvSpPr>
          <p:cNvPr id="73" name="Rectangle: Rounded Corners 3">
            <a:extLst>
              <a:ext uri="{FF2B5EF4-FFF2-40B4-BE49-F238E27FC236}">
                <a16:creationId xmlns:a16="http://schemas.microsoft.com/office/drawing/2014/main" id="{4F0C040F-C20F-181F-F7FB-6363AEF3FE6B}"/>
              </a:ext>
            </a:extLst>
          </p:cNvPr>
          <p:cNvSpPr/>
          <p:nvPr/>
        </p:nvSpPr>
        <p:spPr>
          <a:xfrm>
            <a:off x="34627" y="1316378"/>
            <a:ext cx="1051383" cy="7089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t>Issuer</a:t>
            </a:r>
          </a:p>
        </p:txBody>
      </p:sp>
      <p:graphicFrame>
        <p:nvGraphicFramePr>
          <p:cNvPr id="74" name="Table 73">
            <a:extLst>
              <a:ext uri="{FF2B5EF4-FFF2-40B4-BE49-F238E27FC236}">
                <a16:creationId xmlns:a16="http://schemas.microsoft.com/office/drawing/2014/main" id="{3824D5CA-DB29-DCC3-0511-BF218D623348}"/>
              </a:ext>
            </a:extLst>
          </p:cNvPr>
          <p:cNvGraphicFramePr>
            <a:graphicFrameLocks noGrp="1"/>
          </p:cNvGraphicFramePr>
          <p:nvPr>
            <p:extLst>
              <p:ext uri="{D42A27DB-BD31-4B8C-83A1-F6EECF244321}">
                <p14:modId xmlns:p14="http://schemas.microsoft.com/office/powerpoint/2010/main" val="3469112873"/>
              </p:ext>
            </p:extLst>
          </p:nvPr>
        </p:nvGraphicFramePr>
        <p:xfrm>
          <a:off x="3130566" y="1088633"/>
          <a:ext cx="8712491" cy="1112350"/>
        </p:xfrm>
        <a:graphic>
          <a:graphicData uri="http://schemas.openxmlformats.org/drawingml/2006/table">
            <a:tbl>
              <a:tblPr firstRow="1" bandRow="1">
                <a:tableStyleId>{ED083AE6-46FA-4A59-8FB0-9F97EB10719F}</a:tableStyleId>
              </a:tblPr>
              <a:tblGrid>
                <a:gridCol w="1092551">
                  <a:extLst>
                    <a:ext uri="{9D8B030D-6E8A-4147-A177-3AD203B41FA5}">
                      <a16:colId xmlns:a16="http://schemas.microsoft.com/office/drawing/2014/main" val="1579773007"/>
                    </a:ext>
                  </a:extLst>
                </a:gridCol>
                <a:gridCol w="423330">
                  <a:extLst>
                    <a:ext uri="{9D8B030D-6E8A-4147-A177-3AD203B41FA5}">
                      <a16:colId xmlns:a16="http://schemas.microsoft.com/office/drawing/2014/main" val="273167514"/>
                    </a:ext>
                  </a:extLst>
                </a:gridCol>
                <a:gridCol w="423330">
                  <a:extLst>
                    <a:ext uri="{9D8B030D-6E8A-4147-A177-3AD203B41FA5}">
                      <a16:colId xmlns:a16="http://schemas.microsoft.com/office/drawing/2014/main" val="2052995248"/>
                    </a:ext>
                  </a:extLst>
                </a:gridCol>
                <a:gridCol w="423330">
                  <a:extLst>
                    <a:ext uri="{9D8B030D-6E8A-4147-A177-3AD203B41FA5}">
                      <a16:colId xmlns:a16="http://schemas.microsoft.com/office/drawing/2014/main" val="2553406201"/>
                    </a:ext>
                  </a:extLst>
                </a:gridCol>
                <a:gridCol w="423330">
                  <a:extLst>
                    <a:ext uri="{9D8B030D-6E8A-4147-A177-3AD203B41FA5}">
                      <a16:colId xmlns:a16="http://schemas.microsoft.com/office/drawing/2014/main" val="3465150487"/>
                    </a:ext>
                  </a:extLst>
                </a:gridCol>
                <a:gridCol w="423330">
                  <a:extLst>
                    <a:ext uri="{9D8B030D-6E8A-4147-A177-3AD203B41FA5}">
                      <a16:colId xmlns:a16="http://schemas.microsoft.com/office/drawing/2014/main" val="67274468"/>
                    </a:ext>
                  </a:extLst>
                </a:gridCol>
                <a:gridCol w="423330">
                  <a:extLst>
                    <a:ext uri="{9D8B030D-6E8A-4147-A177-3AD203B41FA5}">
                      <a16:colId xmlns:a16="http://schemas.microsoft.com/office/drawing/2014/main" val="2510664537"/>
                    </a:ext>
                  </a:extLst>
                </a:gridCol>
                <a:gridCol w="423330">
                  <a:extLst>
                    <a:ext uri="{9D8B030D-6E8A-4147-A177-3AD203B41FA5}">
                      <a16:colId xmlns:a16="http://schemas.microsoft.com/office/drawing/2014/main" val="3289341600"/>
                    </a:ext>
                  </a:extLst>
                </a:gridCol>
                <a:gridCol w="423330">
                  <a:extLst>
                    <a:ext uri="{9D8B030D-6E8A-4147-A177-3AD203B41FA5}">
                      <a16:colId xmlns:a16="http://schemas.microsoft.com/office/drawing/2014/main" val="768399776"/>
                    </a:ext>
                  </a:extLst>
                </a:gridCol>
                <a:gridCol w="423330">
                  <a:extLst>
                    <a:ext uri="{9D8B030D-6E8A-4147-A177-3AD203B41FA5}">
                      <a16:colId xmlns:a16="http://schemas.microsoft.com/office/drawing/2014/main" val="2636471371"/>
                    </a:ext>
                  </a:extLst>
                </a:gridCol>
                <a:gridCol w="423330">
                  <a:extLst>
                    <a:ext uri="{9D8B030D-6E8A-4147-A177-3AD203B41FA5}">
                      <a16:colId xmlns:a16="http://schemas.microsoft.com/office/drawing/2014/main" val="4074108393"/>
                    </a:ext>
                  </a:extLst>
                </a:gridCol>
                <a:gridCol w="423330">
                  <a:extLst>
                    <a:ext uri="{9D8B030D-6E8A-4147-A177-3AD203B41FA5}">
                      <a16:colId xmlns:a16="http://schemas.microsoft.com/office/drawing/2014/main" val="4110222454"/>
                    </a:ext>
                  </a:extLst>
                </a:gridCol>
                <a:gridCol w="423330">
                  <a:extLst>
                    <a:ext uri="{9D8B030D-6E8A-4147-A177-3AD203B41FA5}">
                      <a16:colId xmlns:a16="http://schemas.microsoft.com/office/drawing/2014/main" val="1706207509"/>
                    </a:ext>
                  </a:extLst>
                </a:gridCol>
                <a:gridCol w="423330">
                  <a:extLst>
                    <a:ext uri="{9D8B030D-6E8A-4147-A177-3AD203B41FA5}">
                      <a16:colId xmlns:a16="http://schemas.microsoft.com/office/drawing/2014/main" val="3315436936"/>
                    </a:ext>
                  </a:extLst>
                </a:gridCol>
                <a:gridCol w="423330">
                  <a:extLst>
                    <a:ext uri="{9D8B030D-6E8A-4147-A177-3AD203B41FA5}">
                      <a16:colId xmlns:a16="http://schemas.microsoft.com/office/drawing/2014/main" val="1790512237"/>
                    </a:ext>
                  </a:extLst>
                </a:gridCol>
                <a:gridCol w="423330">
                  <a:extLst>
                    <a:ext uri="{9D8B030D-6E8A-4147-A177-3AD203B41FA5}">
                      <a16:colId xmlns:a16="http://schemas.microsoft.com/office/drawing/2014/main" val="1803882522"/>
                    </a:ext>
                  </a:extLst>
                </a:gridCol>
                <a:gridCol w="423330">
                  <a:extLst>
                    <a:ext uri="{9D8B030D-6E8A-4147-A177-3AD203B41FA5}">
                      <a16:colId xmlns:a16="http://schemas.microsoft.com/office/drawing/2014/main" val="3154385805"/>
                    </a:ext>
                  </a:extLst>
                </a:gridCol>
                <a:gridCol w="423330">
                  <a:extLst>
                    <a:ext uri="{9D8B030D-6E8A-4147-A177-3AD203B41FA5}">
                      <a16:colId xmlns:a16="http://schemas.microsoft.com/office/drawing/2014/main" val="2437125532"/>
                    </a:ext>
                  </a:extLst>
                </a:gridCol>
                <a:gridCol w="423330">
                  <a:extLst>
                    <a:ext uri="{9D8B030D-6E8A-4147-A177-3AD203B41FA5}">
                      <a16:colId xmlns:a16="http://schemas.microsoft.com/office/drawing/2014/main" val="917927357"/>
                    </a:ext>
                  </a:extLst>
                </a:gridCol>
              </a:tblGrid>
              <a:tr h="195208">
                <a:tc>
                  <a:txBody>
                    <a:bodyPr/>
                    <a:lstStyle/>
                    <a:p>
                      <a:pPr algn="ctr"/>
                      <a:r>
                        <a:rPr lang="en-US" sz="800"/>
                        <a:t>Measure Type</a:t>
                      </a:r>
                    </a:p>
                  </a:txBody>
                  <a:tcPr/>
                </a:tc>
                <a:tc>
                  <a:txBody>
                    <a:bodyPr/>
                    <a:lstStyle/>
                    <a:p>
                      <a:pPr algn="ctr"/>
                      <a:r>
                        <a:rPr lang="en-US" sz="600"/>
                        <a:t>Yield</a:t>
                      </a:r>
                    </a:p>
                  </a:txBody>
                  <a:tcPr/>
                </a:tc>
                <a:tc>
                  <a:txBody>
                    <a:bodyPr/>
                    <a:lstStyle/>
                    <a:p>
                      <a:pPr algn="ctr"/>
                      <a:r>
                        <a:rPr lang="en-US" sz="600"/>
                        <a:t>Total</a:t>
                      </a:r>
                    </a:p>
                  </a:txBody>
                  <a:tcPr/>
                </a:tc>
                <a:tc>
                  <a:txBody>
                    <a:bodyPr/>
                    <a:lstStyle/>
                    <a:p>
                      <a:pPr algn="ctr"/>
                      <a:r>
                        <a:rPr lang="en-US" sz="600"/>
                        <a:t>2025</a:t>
                      </a:r>
                    </a:p>
                  </a:txBody>
                  <a:tcPr/>
                </a:tc>
                <a:tc>
                  <a:txBody>
                    <a:bodyPr/>
                    <a:lstStyle/>
                    <a:p>
                      <a:pPr algn="ctr"/>
                      <a:r>
                        <a:rPr lang="en-US" sz="600"/>
                        <a:t>2026</a:t>
                      </a:r>
                    </a:p>
                  </a:txBody>
                  <a:tcPr/>
                </a:tc>
                <a:tc>
                  <a:txBody>
                    <a:bodyPr/>
                    <a:lstStyle/>
                    <a:p>
                      <a:pPr algn="ctr"/>
                      <a:r>
                        <a:rPr lang="en-US" sz="600"/>
                        <a:t>2027</a:t>
                      </a:r>
                    </a:p>
                  </a:txBody>
                  <a:tcPr/>
                </a:tc>
                <a:tc>
                  <a:txBody>
                    <a:bodyPr/>
                    <a:lstStyle/>
                    <a:p>
                      <a:pPr algn="ctr"/>
                      <a:r>
                        <a:rPr lang="en-US" sz="600"/>
                        <a:t>2028</a:t>
                      </a:r>
                    </a:p>
                  </a:txBody>
                  <a:tcPr/>
                </a:tc>
                <a:tc>
                  <a:txBody>
                    <a:bodyPr/>
                    <a:lstStyle/>
                    <a:p>
                      <a:pPr algn="ctr"/>
                      <a:r>
                        <a:rPr lang="en-US" sz="600"/>
                        <a:t>2029</a:t>
                      </a:r>
                    </a:p>
                  </a:txBody>
                  <a:tcPr/>
                </a:tc>
                <a:tc>
                  <a:txBody>
                    <a:bodyPr/>
                    <a:lstStyle/>
                    <a:p>
                      <a:pPr algn="ctr"/>
                      <a:r>
                        <a:rPr lang="en-US" sz="600"/>
                        <a:t>2030</a:t>
                      </a:r>
                    </a:p>
                  </a:txBody>
                  <a:tcPr/>
                </a:tc>
                <a:tc>
                  <a:txBody>
                    <a:bodyPr/>
                    <a:lstStyle/>
                    <a:p>
                      <a:pPr algn="ctr"/>
                      <a:r>
                        <a:rPr lang="en-US" sz="600"/>
                        <a:t>2031</a:t>
                      </a:r>
                    </a:p>
                  </a:txBody>
                  <a:tcPr/>
                </a:tc>
                <a:tc>
                  <a:txBody>
                    <a:bodyPr/>
                    <a:lstStyle/>
                    <a:p>
                      <a:pPr algn="ctr"/>
                      <a:r>
                        <a:rPr lang="en-US" sz="600"/>
                        <a:t>2032</a:t>
                      </a:r>
                    </a:p>
                  </a:txBody>
                  <a:tcPr/>
                </a:tc>
                <a:tc>
                  <a:txBody>
                    <a:bodyPr/>
                    <a:lstStyle/>
                    <a:p>
                      <a:pPr algn="ctr"/>
                      <a:r>
                        <a:rPr lang="en-US" sz="600"/>
                        <a:t>2033</a:t>
                      </a:r>
                    </a:p>
                  </a:txBody>
                  <a:tcPr/>
                </a:tc>
                <a:tc>
                  <a:txBody>
                    <a:bodyPr/>
                    <a:lstStyle/>
                    <a:p>
                      <a:pPr algn="ctr"/>
                      <a:r>
                        <a:rPr lang="en-US" sz="600"/>
                        <a:t>2034</a:t>
                      </a:r>
                    </a:p>
                  </a:txBody>
                  <a:tcPr/>
                </a:tc>
                <a:tc>
                  <a:txBody>
                    <a:bodyPr/>
                    <a:lstStyle/>
                    <a:p>
                      <a:pPr algn="ctr"/>
                      <a:r>
                        <a:rPr lang="en-US" sz="600"/>
                        <a:t>2035</a:t>
                      </a:r>
                    </a:p>
                  </a:txBody>
                  <a:tcPr/>
                </a:tc>
                <a:tc>
                  <a:txBody>
                    <a:bodyPr/>
                    <a:lstStyle/>
                    <a:p>
                      <a:pPr algn="ctr"/>
                      <a:r>
                        <a:rPr lang="en-US" sz="600"/>
                        <a:t>2036</a:t>
                      </a:r>
                    </a:p>
                  </a:txBody>
                  <a:tcPr/>
                </a:tc>
                <a:tc>
                  <a:txBody>
                    <a:bodyPr/>
                    <a:lstStyle/>
                    <a:p>
                      <a:pPr algn="ctr"/>
                      <a:r>
                        <a:rPr lang="en-US" sz="600"/>
                        <a:t>2037</a:t>
                      </a:r>
                    </a:p>
                  </a:txBody>
                  <a:tcPr/>
                </a:tc>
                <a:tc>
                  <a:txBody>
                    <a:bodyPr/>
                    <a:lstStyle/>
                    <a:p>
                      <a:pPr algn="ctr"/>
                      <a:r>
                        <a:rPr lang="en-US" sz="600"/>
                        <a:t>2038</a:t>
                      </a:r>
                    </a:p>
                  </a:txBody>
                  <a:tcPr/>
                </a:tc>
                <a:tc>
                  <a:txBody>
                    <a:bodyPr/>
                    <a:lstStyle/>
                    <a:p>
                      <a:pPr algn="ctr"/>
                      <a:r>
                        <a:rPr lang="en-US" sz="600"/>
                        <a:t>2039</a:t>
                      </a:r>
                    </a:p>
                  </a:txBody>
                  <a:tcPr/>
                </a:tc>
                <a:tc>
                  <a:txBody>
                    <a:bodyPr/>
                    <a:lstStyle/>
                    <a:p>
                      <a:pPr algn="ctr"/>
                      <a:r>
                        <a:rPr lang="en-US" sz="600"/>
                        <a:t>2040</a:t>
                      </a:r>
                    </a:p>
                  </a:txBody>
                  <a:tcPr/>
                </a:tc>
                <a:extLst>
                  <a:ext uri="{0D108BD9-81ED-4DB2-BD59-A6C34878D82A}">
                    <a16:rowId xmlns:a16="http://schemas.microsoft.com/office/drawing/2014/main" val="1103347981"/>
                  </a:ext>
                </a:extLst>
              </a:tr>
              <a:tr h="240759">
                <a:tc>
                  <a:txBody>
                    <a:bodyPr/>
                    <a:lstStyle/>
                    <a:p>
                      <a:r>
                        <a:rPr lang="en-US" sz="800"/>
                        <a:t>Traditional</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3676463889"/>
                  </a:ext>
                </a:extLst>
              </a:tr>
              <a:tr h="184592">
                <a:tc>
                  <a:txBody>
                    <a:bodyPr/>
                    <a:lstStyle/>
                    <a:p>
                      <a:r>
                        <a:rPr lang="en-US" sz="800"/>
                        <a:t>Climate RCP 2.6</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2826087511"/>
                  </a:ext>
                </a:extLst>
              </a:tr>
              <a:tr h="215757">
                <a:tc>
                  <a:txBody>
                    <a:bodyPr/>
                    <a:lstStyle/>
                    <a:p>
                      <a:r>
                        <a:rPr lang="en-US" sz="800"/>
                        <a:t>Climate RCP 4.5</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59523870"/>
                  </a:ext>
                </a:extLst>
              </a:tr>
              <a:tr h="229114">
                <a:tc>
                  <a:txBody>
                    <a:bodyPr/>
                    <a:lstStyle/>
                    <a:p>
                      <a:r>
                        <a:rPr lang="en-US" sz="800"/>
                        <a:t>Climate RCP 8.0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673247201"/>
                  </a:ext>
                </a:extLst>
              </a:tr>
            </a:tbl>
          </a:graphicData>
        </a:graphic>
      </p:graphicFrame>
      <p:sp>
        <p:nvSpPr>
          <p:cNvPr id="75" name="Rectangle: Rounded Corners 6">
            <a:extLst>
              <a:ext uri="{FF2B5EF4-FFF2-40B4-BE49-F238E27FC236}">
                <a16:creationId xmlns:a16="http://schemas.microsoft.com/office/drawing/2014/main" id="{11CFAD5C-44C7-345D-F431-BF4A7DDC0A69}"/>
              </a:ext>
            </a:extLst>
          </p:cNvPr>
          <p:cNvSpPr/>
          <p:nvPr/>
        </p:nvSpPr>
        <p:spPr>
          <a:xfrm>
            <a:off x="139318" y="3872669"/>
            <a:ext cx="1676155" cy="2436948"/>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pPr algn="ctr"/>
            <a:r>
              <a:rPr lang="en-US" sz="1200"/>
              <a:t>Assets</a:t>
            </a:r>
          </a:p>
        </p:txBody>
      </p:sp>
      <p:pic>
        <p:nvPicPr>
          <p:cNvPr id="76" name="Graphic 75" descr="Solar Panels with solid fill">
            <a:extLst>
              <a:ext uri="{FF2B5EF4-FFF2-40B4-BE49-F238E27FC236}">
                <a16:creationId xmlns:a16="http://schemas.microsoft.com/office/drawing/2014/main" id="{A9624DEC-3A96-6003-910E-C604DB1C7A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30583" y="5269225"/>
            <a:ext cx="457200" cy="457200"/>
          </a:xfrm>
          <a:prstGeom prst="rect">
            <a:avLst/>
          </a:prstGeom>
        </p:spPr>
      </p:pic>
      <p:pic>
        <p:nvPicPr>
          <p:cNvPr id="77" name="Graphic 76" descr="Court outline">
            <a:extLst>
              <a:ext uri="{FF2B5EF4-FFF2-40B4-BE49-F238E27FC236}">
                <a16:creationId xmlns:a16="http://schemas.microsoft.com/office/drawing/2014/main" id="{259F8D47-8CE9-2D13-B586-325326669A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3274" y="4909784"/>
            <a:ext cx="384509" cy="384509"/>
          </a:xfrm>
          <a:prstGeom prst="rect">
            <a:avLst/>
          </a:prstGeom>
        </p:spPr>
      </p:pic>
      <p:pic>
        <p:nvPicPr>
          <p:cNvPr id="78" name="Graphic 77" descr="Oil Rig outline">
            <a:extLst>
              <a:ext uri="{FF2B5EF4-FFF2-40B4-BE49-F238E27FC236}">
                <a16:creationId xmlns:a16="http://schemas.microsoft.com/office/drawing/2014/main" id="{2B4F5F58-BD2F-FA13-13FC-6D0E32409B2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25373" y="4582716"/>
            <a:ext cx="362410" cy="362410"/>
          </a:xfrm>
          <a:prstGeom prst="rect">
            <a:avLst/>
          </a:prstGeom>
        </p:spPr>
      </p:pic>
      <p:pic>
        <p:nvPicPr>
          <p:cNvPr id="79" name="Graphic 78" descr="Freight outline">
            <a:extLst>
              <a:ext uri="{FF2B5EF4-FFF2-40B4-BE49-F238E27FC236}">
                <a16:creationId xmlns:a16="http://schemas.microsoft.com/office/drawing/2014/main" id="{AE35523C-382D-52F1-C0EA-8085AA54665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1594" y="5203092"/>
            <a:ext cx="454618" cy="454618"/>
          </a:xfrm>
          <a:prstGeom prst="rect">
            <a:avLst/>
          </a:prstGeom>
        </p:spPr>
      </p:pic>
      <p:pic>
        <p:nvPicPr>
          <p:cNvPr id="80" name="Graphic 79" descr="City with solid fill">
            <a:extLst>
              <a:ext uri="{FF2B5EF4-FFF2-40B4-BE49-F238E27FC236}">
                <a16:creationId xmlns:a16="http://schemas.microsoft.com/office/drawing/2014/main" id="{84C0E257-9494-7CAE-F180-E13E7EFF8EE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6649" y="4300500"/>
            <a:ext cx="384509" cy="384509"/>
          </a:xfrm>
          <a:prstGeom prst="rect">
            <a:avLst/>
          </a:prstGeom>
        </p:spPr>
      </p:pic>
      <p:pic>
        <p:nvPicPr>
          <p:cNvPr id="81" name="Graphic 80" descr="Factory outline">
            <a:extLst>
              <a:ext uri="{FF2B5EF4-FFF2-40B4-BE49-F238E27FC236}">
                <a16:creationId xmlns:a16="http://schemas.microsoft.com/office/drawing/2014/main" id="{455C6053-024F-EBBE-6829-29E113698CC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1594" y="4685009"/>
            <a:ext cx="454618" cy="454618"/>
          </a:xfrm>
          <a:prstGeom prst="rect">
            <a:avLst/>
          </a:prstGeom>
        </p:spPr>
      </p:pic>
      <p:sp>
        <p:nvSpPr>
          <p:cNvPr id="82" name="TextBox 81">
            <a:extLst>
              <a:ext uri="{FF2B5EF4-FFF2-40B4-BE49-F238E27FC236}">
                <a16:creationId xmlns:a16="http://schemas.microsoft.com/office/drawing/2014/main" id="{87D40178-E447-4E4F-1B48-67292B829698}"/>
              </a:ext>
            </a:extLst>
          </p:cNvPr>
          <p:cNvSpPr txBox="1"/>
          <p:nvPr/>
        </p:nvSpPr>
        <p:spPr>
          <a:xfrm>
            <a:off x="686212" y="4300500"/>
            <a:ext cx="996593" cy="246221"/>
          </a:xfrm>
          <a:prstGeom prst="rect">
            <a:avLst/>
          </a:prstGeom>
          <a:noFill/>
        </p:spPr>
        <p:txBody>
          <a:bodyPr wrap="square" rtlCol="0">
            <a:spAutoFit/>
          </a:bodyPr>
          <a:lstStyle/>
          <a:p>
            <a:r>
              <a:rPr lang="en-US" sz="1000"/>
              <a:t>Offices</a:t>
            </a:r>
          </a:p>
        </p:txBody>
      </p:sp>
      <p:sp>
        <p:nvSpPr>
          <p:cNvPr id="83" name="TextBox 82">
            <a:extLst>
              <a:ext uri="{FF2B5EF4-FFF2-40B4-BE49-F238E27FC236}">
                <a16:creationId xmlns:a16="http://schemas.microsoft.com/office/drawing/2014/main" id="{7A396C8B-E098-0E4A-50A9-BCC8DEBE2775}"/>
              </a:ext>
            </a:extLst>
          </p:cNvPr>
          <p:cNvSpPr txBox="1"/>
          <p:nvPr/>
        </p:nvSpPr>
        <p:spPr>
          <a:xfrm>
            <a:off x="686211" y="4802028"/>
            <a:ext cx="996593" cy="246221"/>
          </a:xfrm>
          <a:prstGeom prst="rect">
            <a:avLst/>
          </a:prstGeom>
          <a:noFill/>
        </p:spPr>
        <p:txBody>
          <a:bodyPr wrap="square" rtlCol="0">
            <a:spAutoFit/>
          </a:bodyPr>
          <a:lstStyle/>
          <a:p>
            <a:r>
              <a:rPr lang="en-US" sz="1000"/>
              <a:t>Plants</a:t>
            </a:r>
          </a:p>
        </p:txBody>
      </p:sp>
      <p:sp>
        <p:nvSpPr>
          <p:cNvPr id="84" name="TextBox 83">
            <a:extLst>
              <a:ext uri="{FF2B5EF4-FFF2-40B4-BE49-F238E27FC236}">
                <a16:creationId xmlns:a16="http://schemas.microsoft.com/office/drawing/2014/main" id="{F6A4F060-C245-79C6-E7B2-0A6BD35FA613}"/>
              </a:ext>
            </a:extLst>
          </p:cNvPr>
          <p:cNvSpPr txBox="1"/>
          <p:nvPr/>
        </p:nvSpPr>
        <p:spPr>
          <a:xfrm>
            <a:off x="686210" y="5303556"/>
            <a:ext cx="1219160" cy="246221"/>
          </a:xfrm>
          <a:prstGeom prst="rect">
            <a:avLst/>
          </a:prstGeom>
          <a:noFill/>
        </p:spPr>
        <p:txBody>
          <a:bodyPr wrap="square" rtlCol="0">
            <a:spAutoFit/>
          </a:bodyPr>
          <a:lstStyle/>
          <a:p>
            <a:r>
              <a:rPr lang="en-US" sz="1000"/>
              <a:t>Supply Chain</a:t>
            </a:r>
          </a:p>
        </p:txBody>
      </p:sp>
      <p:pic>
        <p:nvPicPr>
          <p:cNvPr id="85" name="Graphic 84" descr="Raw Materials with solid fill">
            <a:extLst>
              <a:ext uri="{FF2B5EF4-FFF2-40B4-BE49-F238E27FC236}">
                <a16:creationId xmlns:a16="http://schemas.microsoft.com/office/drawing/2014/main" id="{A9FCDE75-BB31-F53C-AB71-DDDC6E335DD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11462" y="5625095"/>
            <a:ext cx="457200" cy="457200"/>
          </a:xfrm>
          <a:prstGeom prst="rect">
            <a:avLst/>
          </a:prstGeom>
        </p:spPr>
      </p:pic>
      <p:sp>
        <p:nvSpPr>
          <p:cNvPr id="86" name="TextBox 85">
            <a:extLst>
              <a:ext uri="{FF2B5EF4-FFF2-40B4-BE49-F238E27FC236}">
                <a16:creationId xmlns:a16="http://schemas.microsoft.com/office/drawing/2014/main" id="{8128D0F4-417F-8AF5-B92F-289CA65DA437}"/>
              </a:ext>
            </a:extLst>
          </p:cNvPr>
          <p:cNvSpPr txBox="1"/>
          <p:nvPr/>
        </p:nvSpPr>
        <p:spPr>
          <a:xfrm>
            <a:off x="685139" y="5769941"/>
            <a:ext cx="1387188" cy="246221"/>
          </a:xfrm>
          <a:prstGeom prst="rect">
            <a:avLst/>
          </a:prstGeom>
          <a:noFill/>
        </p:spPr>
        <p:txBody>
          <a:bodyPr wrap="square" rtlCol="0">
            <a:spAutoFit/>
          </a:bodyPr>
          <a:lstStyle/>
          <a:p>
            <a:r>
              <a:rPr lang="en-US" sz="1000"/>
              <a:t>Raw Materials</a:t>
            </a:r>
          </a:p>
        </p:txBody>
      </p:sp>
      <p:sp>
        <p:nvSpPr>
          <p:cNvPr id="87" name="TextBox 86">
            <a:extLst>
              <a:ext uri="{FF2B5EF4-FFF2-40B4-BE49-F238E27FC236}">
                <a16:creationId xmlns:a16="http://schemas.microsoft.com/office/drawing/2014/main" id="{A5F83CF6-9C4F-97E5-E247-EEF1B338804B}"/>
              </a:ext>
            </a:extLst>
          </p:cNvPr>
          <p:cNvSpPr txBox="1"/>
          <p:nvPr/>
        </p:nvSpPr>
        <p:spPr>
          <a:xfrm>
            <a:off x="3387783" y="4998637"/>
            <a:ext cx="996593" cy="246221"/>
          </a:xfrm>
          <a:prstGeom prst="rect">
            <a:avLst/>
          </a:prstGeom>
          <a:noFill/>
        </p:spPr>
        <p:txBody>
          <a:bodyPr wrap="square" rtlCol="0">
            <a:spAutoFit/>
          </a:bodyPr>
          <a:lstStyle/>
          <a:p>
            <a:r>
              <a:rPr lang="en-US" sz="1000"/>
              <a:t>Policy</a:t>
            </a:r>
          </a:p>
        </p:txBody>
      </p:sp>
      <p:sp>
        <p:nvSpPr>
          <p:cNvPr id="88" name="TextBox 87">
            <a:extLst>
              <a:ext uri="{FF2B5EF4-FFF2-40B4-BE49-F238E27FC236}">
                <a16:creationId xmlns:a16="http://schemas.microsoft.com/office/drawing/2014/main" id="{600DF2B2-14A1-4DF0-EF83-9BF51656D1C3}"/>
              </a:ext>
            </a:extLst>
          </p:cNvPr>
          <p:cNvSpPr txBox="1"/>
          <p:nvPr/>
        </p:nvSpPr>
        <p:spPr>
          <a:xfrm>
            <a:off x="3387782" y="4626319"/>
            <a:ext cx="1260297" cy="246221"/>
          </a:xfrm>
          <a:prstGeom prst="rect">
            <a:avLst/>
          </a:prstGeom>
          <a:noFill/>
        </p:spPr>
        <p:txBody>
          <a:bodyPr wrap="square" rtlCol="0">
            <a:spAutoFit/>
          </a:bodyPr>
          <a:lstStyle/>
          <a:p>
            <a:r>
              <a:rPr lang="en-US" sz="1000"/>
              <a:t>Energy Costs</a:t>
            </a:r>
          </a:p>
        </p:txBody>
      </p:sp>
      <p:sp>
        <p:nvSpPr>
          <p:cNvPr id="89" name="TextBox 88">
            <a:extLst>
              <a:ext uri="{FF2B5EF4-FFF2-40B4-BE49-F238E27FC236}">
                <a16:creationId xmlns:a16="http://schemas.microsoft.com/office/drawing/2014/main" id="{862F9577-A7DF-C97A-635D-AAA30E3F0473}"/>
              </a:ext>
            </a:extLst>
          </p:cNvPr>
          <p:cNvSpPr txBox="1"/>
          <p:nvPr/>
        </p:nvSpPr>
        <p:spPr>
          <a:xfrm>
            <a:off x="3387782" y="5386868"/>
            <a:ext cx="1260297" cy="246221"/>
          </a:xfrm>
          <a:prstGeom prst="rect">
            <a:avLst/>
          </a:prstGeom>
          <a:noFill/>
        </p:spPr>
        <p:txBody>
          <a:bodyPr wrap="square" rtlCol="0">
            <a:spAutoFit/>
          </a:bodyPr>
          <a:lstStyle/>
          <a:p>
            <a:r>
              <a:rPr lang="en-US" sz="1000"/>
              <a:t>Technology</a:t>
            </a:r>
          </a:p>
        </p:txBody>
      </p:sp>
      <p:pic>
        <p:nvPicPr>
          <p:cNvPr id="90" name="Graphic 89" descr="Gavel with solid fill">
            <a:extLst>
              <a:ext uri="{FF2B5EF4-FFF2-40B4-BE49-F238E27FC236}">
                <a16:creationId xmlns:a16="http://schemas.microsoft.com/office/drawing/2014/main" id="{2E5D2F2E-3819-77FA-99C0-2939D1624366}"/>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3025373" y="4235100"/>
            <a:ext cx="362410" cy="362410"/>
          </a:xfrm>
          <a:prstGeom prst="rect">
            <a:avLst/>
          </a:prstGeom>
        </p:spPr>
      </p:pic>
      <p:sp>
        <p:nvSpPr>
          <p:cNvPr id="91" name="TextBox 90">
            <a:extLst>
              <a:ext uri="{FF2B5EF4-FFF2-40B4-BE49-F238E27FC236}">
                <a16:creationId xmlns:a16="http://schemas.microsoft.com/office/drawing/2014/main" id="{A81B8546-EE18-6FD3-3ACC-8875BC4C12DC}"/>
              </a:ext>
            </a:extLst>
          </p:cNvPr>
          <p:cNvSpPr txBox="1"/>
          <p:nvPr/>
        </p:nvSpPr>
        <p:spPr>
          <a:xfrm>
            <a:off x="3387782" y="4295389"/>
            <a:ext cx="1260297" cy="246221"/>
          </a:xfrm>
          <a:prstGeom prst="rect">
            <a:avLst/>
          </a:prstGeom>
          <a:noFill/>
        </p:spPr>
        <p:txBody>
          <a:bodyPr wrap="square" rtlCol="0">
            <a:spAutoFit/>
          </a:bodyPr>
          <a:lstStyle/>
          <a:p>
            <a:r>
              <a:rPr lang="en-US" sz="1000"/>
              <a:t>Litigation</a:t>
            </a:r>
          </a:p>
        </p:txBody>
      </p:sp>
      <p:pic>
        <p:nvPicPr>
          <p:cNvPr id="92" name="Graphic 91" descr="Connections outline">
            <a:extLst>
              <a:ext uri="{FF2B5EF4-FFF2-40B4-BE49-F238E27FC236}">
                <a16:creationId xmlns:a16="http://schemas.microsoft.com/office/drawing/2014/main" id="{5D5CCCD9-F230-46AB-914F-C10DF3BD426F}"/>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2930583" y="5658800"/>
            <a:ext cx="457200" cy="457200"/>
          </a:xfrm>
          <a:prstGeom prst="rect">
            <a:avLst/>
          </a:prstGeom>
        </p:spPr>
      </p:pic>
      <p:sp>
        <p:nvSpPr>
          <p:cNvPr id="93" name="TextBox 92">
            <a:extLst>
              <a:ext uri="{FF2B5EF4-FFF2-40B4-BE49-F238E27FC236}">
                <a16:creationId xmlns:a16="http://schemas.microsoft.com/office/drawing/2014/main" id="{01B37504-F5FE-4B86-7B74-2F1F7F36E686}"/>
              </a:ext>
            </a:extLst>
          </p:cNvPr>
          <p:cNvSpPr txBox="1"/>
          <p:nvPr/>
        </p:nvSpPr>
        <p:spPr>
          <a:xfrm>
            <a:off x="3387782" y="5776443"/>
            <a:ext cx="1260297" cy="246221"/>
          </a:xfrm>
          <a:prstGeom prst="rect">
            <a:avLst/>
          </a:prstGeom>
          <a:noFill/>
        </p:spPr>
        <p:txBody>
          <a:bodyPr wrap="square" rtlCol="0">
            <a:spAutoFit/>
          </a:bodyPr>
          <a:lstStyle/>
          <a:p>
            <a:r>
              <a:rPr lang="en-US" sz="1000"/>
              <a:t>Reputation</a:t>
            </a:r>
          </a:p>
        </p:txBody>
      </p:sp>
      <p:sp>
        <p:nvSpPr>
          <p:cNvPr id="94" name="Rectangle: Rounded Corners 33">
            <a:extLst>
              <a:ext uri="{FF2B5EF4-FFF2-40B4-BE49-F238E27FC236}">
                <a16:creationId xmlns:a16="http://schemas.microsoft.com/office/drawing/2014/main" id="{DA057425-E027-1363-A54B-443DB75AE1BA}"/>
              </a:ext>
            </a:extLst>
          </p:cNvPr>
          <p:cNvSpPr/>
          <p:nvPr/>
        </p:nvSpPr>
        <p:spPr>
          <a:xfrm>
            <a:off x="2703886" y="3024005"/>
            <a:ext cx="2203801" cy="7914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pPr algn="ctr"/>
            <a:r>
              <a:rPr lang="en-US" sz="1200"/>
              <a:t>Physical Risks</a:t>
            </a:r>
          </a:p>
        </p:txBody>
      </p:sp>
      <p:cxnSp>
        <p:nvCxnSpPr>
          <p:cNvPr id="95" name="Connector: Curved 35">
            <a:extLst>
              <a:ext uri="{FF2B5EF4-FFF2-40B4-BE49-F238E27FC236}">
                <a16:creationId xmlns:a16="http://schemas.microsoft.com/office/drawing/2014/main" id="{5A6EFC4D-5FAB-5BCB-F74C-B0BC7A2BA463}"/>
              </a:ext>
            </a:extLst>
          </p:cNvPr>
          <p:cNvCxnSpPr>
            <a:cxnSpLocks/>
            <a:stCxn id="73" idx="2"/>
            <a:endCxn id="75" idx="0"/>
          </p:cNvCxnSpPr>
          <p:nvPr/>
        </p:nvCxnSpPr>
        <p:spPr>
          <a:xfrm rot="16200000" flipH="1">
            <a:off x="-154830" y="2740442"/>
            <a:ext cx="1847375" cy="4170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96" name="Graphic 95" descr="Bonfire with solid fill">
            <a:extLst>
              <a:ext uri="{FF2B5EF4-FFF2-40B4-BE49-F238E27FC236}">
                <a16:creationId xmlns:a16="http://schemas.microsoft.com/office/drawing/2014/main" id="{50154A19-4AC6-CF3B-54A1-A4711B32AF9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056822" y="3380832"/>
            <a:ext cx="385574" cy="385574"/>
          </a:xfrm>
          <a:prstGeom prst="rect">
            <a:avLst/>
          </a:prstGeom>
        </p:spPr>
      </p:pic>
      <p:pic>
        <p:nvPicPr>
          <p:cNvPr id="97" name="Graphic 96" descr="Wave with solid fill">
            <a:extLst>
              <a:ext uri="{FF2B5EF4-FFF2-40B4-BE49-F238E27FC236}">
                <a16:creationId xmlns:a16="http://schemas.microsoft.com/office/drawing/2014/main" id="{A05EBEB0-998F-D7DA-5DE6-E449859CFA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616921" y="3417668"/>
            <a:ext cx="385574" cy="385574"/>
          </a:xfrm>
          <a:prstGeom prst="rect">
            <a:avLst/>
          </a:prstGeom>
        </p:spPr>
      </p:pic>
      <p:pic>
        <p:nvPicPr>
          <p:cNvPr id="98" name="Graphic 97" descr="High temperature with solid fill">
            <a:extLst>
              <a:ext uri="{FF2B5EF4-FFF2-40B4-BE49-F238E27FC236}">
                <a16:creationId xmlns:a16="http://schemas.microsoft.com/office/drawing/2014/main" id="{22CB9607-72B7-561C-7A4C-AC73E135ED9B}"/>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125427" y="3393350"/>
            <a:ext cx="385574" cy="385574"/>
          </a:xfrm>
          <a:prstGeom prst="rect">
            <a:avLst/>
          </a:prstGeom>
        </p:spPr>
      </p:pic>
      <p:pic>
        <p:nvPicPr>
          <p:cNvPr id="99" name="Graphic 98" descr="Rain outline">
            <a:extLst>
              <a:ext uri="{FF2B5EF4-FFF2-40B4-BE49-F238E27FC236}">
                <a16:creationId xmlns:a16="http://schemas.microsoft.com/office/drawing/2014/main" id="{31E9330F-7A11-0070-34F3-A855DA8A1C04}"/>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442396" y="3411768"/>
            <a:ext cx="385574" cy="385574"/>
          </a:xfrm>
          <a:prstGeom prst="rect">
            <a:avLst/>
          </a:prstGeom>
        </p:spPr>
      </p:pic>
      <p:pic>
        <p:nvPicPr>
          <p:cNvPr id="100" name="Graphic 99" descr="Tornado with solid fill">
            <a:extLst>
              <a:ext uri="{FF2B5EF4-FFF2-40B4-BE49-F238E27FC236}">
                <a16:creationId xmlns:a16="http://schemas.microsoft.com/office/drawing/2014/main" id="{AC39970C-11E3-2827-78C4-50CBC396DC46}"/>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807982" y="3400201"/>
            <a:ext cx="385574" cy="385574"/>
          </a:xfrm>
          <a:prstGeom prst="rect">
            <a:avLst/>
          </a:prstGeom>
        </p:spPr>
      </p:pic>
      <p:sp>
        <p:nvSpPr>
          <p:cNvPr id="101" name="TextBox 100">
            <a:extLst>
              <a:ext uri="{FF2B5EF4-FFF2-40B4-BE49-F238E27FC236}">
                <a16:creationId xmlns:a16="http://schemas.microsoft.com/office/drawing/2014/main" id="{FEF07B4A-CBEF-124E-035C-AE8EBC9BFA18}"/>
              </a:ext>
            </a:extLst>
          </p:cNvPr>
          <p:cNvSpPr txBox="1"/>
          <p:nvPr/>
        </p:nvSpPr>
        <p:spPr>
          <a:xfrm>
            <a:off x="943685" y="2888261"/>
            <a:ext cx="1568543" cy="707886"/>
          </a:xfrm>
          <a:prstGeom prst="rect">
            <a:avLst/>
          </a:prstGeom>
          <a:noFill/>
          <a:ln>
            <a:solidFill>
              <a:schemeClr val="tx1"/>
            </a:solidFill>
            <a:prstDash val="dash"/>
          </a:ln>
        </p:spPr>
        <p:txBody>
          <a:bodyPr wrap="square" lIns="45720" tIns="45720" rIns="45720" bIns="45720" rtlCol="0">
            <a:spAutoFit/>
          </a:bodyPr>
          <a:lstStyle/>
          <a:p>
            <a:pPr algn="ctr"/>
            <a:r>
              <a:rPr lang="en-US" sz="1000">
                <a:solidFill>
                  <a:schemeClr val="tx2">
                    <a:lumMod val="50000"/>
                  </a:schemeClr>
                </a:solidFill>
                <a:latin typeface="Arial" panose="020B0604020202020204" pitchFamily="34" charset="0"/>
              </a:rPr>
              <a:t>Leverage AI to generate granular inventory of issuer assets and revenue generating entities </a:t>
            </a:r>
          </a:p>
        </p:txBody>
      </p:sp>
      <p:sp>
        <p:nvSpPr>
          <p:cNvPr id="102" name="TextBox 101">
            <a:extLst>
              <a:ext uri="{FF2B5EF4-FFF2-40B4-BE49-F238E27FC236}">
                <a16:creationId xmlns:a16="http://schemas.microsoft.com/office/drawing/2014/main" id="{83104525-EABA-4A01-E679-1AA036BB15EE}"/>
              </a:ext>
            </a:extLst>
          </p:cNvPr>
          <p:cNvSpPr txBox="1"/>
          <p:nvPr/>
        </p:nvSpPr>
        <p:spPr>
          <a:xfrm>
            <a:off x="1385466" y="3983531"/>
            <a:ext cx="1318420" cy="707886"/>
          </a:xfrm>
          <a:prstGeom prst="rect">
            <a:avLst/>
          </a:prstGeom>
          <a:noFill/>
          <a:ln>
            <a:solidFill>
              <a:schemeClr val="tx1"/>
            </a:solidFill>
            <a:prstDash val="dash"/>
          </a:ln>
        </p:spPr>
        <p:txBody>
          <a:bodyPr wrap="square" lIns="45720" tIns="45720" rIns="45720" bIns="45720" rtlCol="0">
            <a:spAutoFit/>
          </a:bodyPr>
          <a:lstStyle/>
          <a:p>
            <a:pPr algn="ctr"/>
            <a:r>
              <a:rPr lang="en-US" sz="1000">
                <a:solidFill>
                  <a:schemeClr val="tx2">
                    <a:lumMod val="50000"/>
                  </a:schemeClr>
                </a:solidFill>
                <a:latin typeface="Arial" panose="020B0604020202020204" pitchFamily="34" charset="0"/>
              </a:rPr>
              <a:t>Map assets to location specific physical and transition risks</a:t>
            </a:r>
          </a:p>
        </p:txBody>
      </p:sp>
      <p:graphicFrame>
        <p:nvGraphicFramePr>
          <p:cNvPr id="103" name="Table 102">
            <a:extLst>
              <a:ext uri="{FF2B5EF4-FFF2-40B4-BE49-F238E27FC236}">
                <a16:creationId xmlns:a16="http://schemas.microsoft.com/office/drawing/2014/main" id="{6187B451-EB33-753D-93A9-086928A194C5}"/>
              </a:ext>
            </a:extLst>
          </p:cNvPr>
          <p:cNvGraphicFramePr>
            <a:graphicFrameLocks noGrp="1"/>
          </p:cNvGraphicFramePr>
          <p:nvPr>
            <p:extLst>
              <p:ext uri="{D42A27DB-BD31-4B8C-83A1-F6EECF244321}">
                <p14:modId xmlns:p14="http://schemas.microsoft.com/office/powerpoint/2010/main" val="2647055215"/>
              </p:ext>
            </p:extLst>
          </p:nvPr>
        </p:nvGraphicFramePr>
        <p:xfrm>
          <a:off x="5369279" y="3474243"/>
          <a:ext cx="6534367" cy="2917863"/>
        </p:xfrm>
        <a:graphic>
          <a:graphicData uri="http://schemas.openxmlformats.org/drawingml/2006/table">
            <a:tbl>
              <a:tblPr firstRow="1" bandRow="1">
                <a:tableStyleId>{ED083AE6-46FA-4A59-8FB0-9F97EB10719F}</a:tableStyleId>
              </a:tblPr>
              <a:tblGrid>
                <a:gridCol w="955496">
                  <a:extLst>
                    <a:ext uri="{9D8B030D-6E8A-4147-A177-3AD203B41FA5}">
                      <a16:colId xmlns:a16="http://schemas.microsoft.com/office/drawing/2014/main" val="3305703343"/>
                    </a:ext>
                  </a:extLst>
                </a:gridCol>
                <a:gridCol w="1009835">
                  <a:extLst>
                    <a:ext uri="{9D8B030D-6E8A-4147-A177-3AD203B41FA5}">
                      <a16:colId xmlns:a16="http://schemas.microsoft.com/office/drawing/2014/main" val="1579773007"/>
                    </a:ext>
                  </a:extLst>
                </a:gridCol>
                <a:gridCol w="380753">
                  <a:extLst>
                    <a:ext uri="{9D8B030D-6E8A-4147-A177-3AD203B41FA5}">
                      <a16:colId xmlns:a16="http://schemas.microsoft.com/office/drawing/2014/main" val="273167514"/>
                    </a:ext>
                  </a:extLst>
                </a:gridCol>
                <a:gridCol w="380753">
                  <a:extLst>
                    <a:ext uri="{9D8B030D-6E8A-4147-A177-3AD203B41FA5}">
                      <a16:colId xmlns:a16="http://schemas.microsoft.com/office/drawing/2014/main" val="2052995248"/>
                    </a:ext>
                  </a:extLst>
                </a:gridCol>
                <a:gridCol w="380753">
                  <a:extLst>
                    <a:ext uri="{9D8B030D-6E8A-4147-A177-3AD203B41FA5}">
                      <a16:colId xmlns:a16="http://schemas.microsoft.com/office/drawing/2014/main" val="2553406201"/>
                    </a:ext>
                  </a:extLst>
                </a:gridCol>
                <a:gridCol w="380753">
                  <a:extLst>
                    <a:ext uri="{9D8B030D-6E8A-4147-A177-3AD203B41FA5}">
                      <a16:colId xmlns:a16="http://schemas.microsoft.com/office/drawing/2014/main" val="3465150487"/>
                    </a:ext>
                  </a:extLst>
                </a:gridCol>
                <a:gridCol w="380753">
                  <a:extLst>
                    <a:ext uri="{9D8B030D-6E8A-4147-A177-3AD203B41FA5}">
                      <a16:colId xmlns:a16="http://schemas.microsoft.com/office/drawing/2014/main" val="67274468"/>
                    </a:ext>
                  </a:extLst>
                </a:gridCol>
                <a:gridCol w="380753">
                  <a:extLst>
                    <a:ext uri="{9D8B030D-6E8A-4147-A177-3AD203B41FA5}">
                      <a16:colId xmlns:a16="http://schemas.microsoft.com/office/drawing/2014/main" val="2510664537"/>
                    </a:ext>
                  </a:extLst>
                </a:gridCol>
                <a:gridCol w="380753">
                  <a:extLst>
                    <a:ext uri="{9D8B030D-6E8A-4147-A177-3AD203B41FA5}">
                      <a16:colId xmlns:a16="http://schemas.microsoft.com/office/drawing/2014/main" val="3289341600"/>
                    </a:ext>
                  </a:extLst>
                </a:gridCol>
                <a:gridCol w="380753">
                  <a:extLst>
                    <a:ext uri="{9D8B030D-6E8A-4147-A177-3AD203B41FA5}">
                      <a16:colId xmlns:a16="http://schemas.microsoft.com/office/drawing/2014/main" val="768399776"/>
                    </a:ext>
                  </a:extLst>
                </a:gridCol>
                <a:gridCol w="380753">
                  <a:extLst>
                    <a:ext uri="{9D8B030D-6E8A-4147-A177-3AD203B41FA5}">
                      <a16:colId xmlns:a16="http://schemas.microsoft.com/office/drawing/2014/main" val="2636471371"/>
                    </a:ext>
                  </a:extLst>
                </a:gridCol>
                <a:gridCol w="380753">
                  <a:extLst>
                    <a:ext uri="{9D8B030D-6E8A-4147-A177-3AD203B41FA5}">
                      <a16:colId xmlns:a16="http://schemas.microsoft.com/office/drawing/2014/main" val="4074108393"/>
                    </a:ext>
                  </a:extLst>
                </a:gridCol>
                <a:gridCol w="380753">
                  <a:extLst>
                    <a:ext uri="{9D8B030D-6E8A-4147-A177-3AD203B41FA5}">
                      <a16:colId xmlns:a16="http://schemas.microsoft.com/office/drawing/2014/main" val="4110222454"/>
                    </a:ext>
                  </a:extLst>
                </a:gridCol>
                <a:gridCol w="380753">
                  <a:extLst>
                    <a:ext uri="{9D8B030D-6E8A-4147-A177-3AD203B41FA5}">
                      <a16:colId xmlns:a16="http://schemas.microsoft.com/office/drawing/2014/main" val="1706207509"/>
                    </a:ext>
                  </a:extLst>
                </a:gridCol>
              </a:tblGrid>
              <a:tr h="195208">
                <a:tc>
                  <a:txBody>
                    <a:bodyPr/>
                    <a:lstStyle/>
                    <a:p>
                      <a:pPr algn="ctr"/>
                      <a:r>
                        <a:rPr lang="en-US" sz="800"/>
                        <a:t>Asset Name</a:t>
                      </a:r>
                    </a:p>
                  </a:txBody>
                  <a:tcPr/>
                </a:tc>
                <a:tc>
                  <a:txBody>
                    <a:bodyPr/>
                    <a:lstStyle/>
                    <a:p>
                      <a:pPr algn="ctr"/>
                      <a:r>
                        <a:rPr lang="en-US" sz="800"/>
                        <a:t>Measure Type</a:t>
                      </a:r>
                    </a:p>
                  </a:txBody>
                  <a:tcPr/>
                </a:tc>
                <a:tc>
                  <a:txBody>
                    <a:bodyPr/>
                    <a:lstStyle/>
                    <a:p>
                      <a:pPr algn="ctr"/>
                      <a:r>
                        <a:rPr lang="en-US" sz="600"/>
                        <a:t>Yield</a:t>
                      </a:r>
                    </a:p>
                  </a:txBody>
                  <a:tcPr marL="0" marR="0" marT="0" marB="0" anchor="ctr"/>
                </a:tc>
                <a:tc>
                  <a:txBody>
                    <a:bodyPr/>
                    <a:lstStyle/>
                    <a:p>
                      <a:pPr algn="ctr"/>
                      <a:r>
                        <a:rPr lang="en-US" sz="600"/>
                        <a:t>Total</a:t>
                      </a:r>
                    </a:p>
                  </a:txBody>
                  <a:tcPr marL="0" marR="0" marT="0" marB="0" anchor="ctr"/>
                </a:tc>
                <a:tc>
                  <a:txBody>
                    <a:bodyPr/>
                    <a:lstStyle/>
                    <a:p>
                      <a:pPr algn="ctr"/>
                      <a:r>
                        <a:rPr lang="en-US" sz="600"/>
                        <a:t>2025</a:t>
                      </a:r>
                    </a:p>
                  </a:txBody>
                  <a:tcPr marL="0" marR="0" marT="0" marB="0" anchor="ctr"/>
                </a:tc>
                <a:tc>
                  <a:txBody>
                    <a:bodyPr/>
                    <a:lstStyle/>
                    <a:p>
                      <a:pPr algn="ctr"/>
                      <a:r>
                        <a:rPr lang="en-US" sz="600"/>
                        <a:t>2026</a:t>
                      </a:r>
                    </a:p>
                  </a:txBody>
                  <a:tcPr marL="0" marR="0" marT="0" marB="0" anchor="ctr"/>
                </a:tc>
                <a:tc>
                  <a:txBody>
                    <a:bodyPr/>
                    <a:lstStyle/>
                    <a:p>
                      <a:pPr algn="ctr"/>
                      <a:r>
                        <a:rPr lang="en-US" sz="600"/>
                        <a:t>2027</a:t>
                      </a:r>
                    </a:p>
                  </a:txBody>
                  <a:tcPr marL="0" marR="0" marT="0" marB="0" anchor="ctr"/>
                </a:tc>
                <a:tc>
                  <a:txBody>
                    <a:bodyPr/>
                    <a:lstStyle/>
                    <a:p>
                      <a:pPr algn="ctr"/>
                      <a:r>
                        <a:rPr lang="en-US" sz="600"/>
                        <a:t>2028</a:t>
                      </a:r>
                    </a:p>
                  </a:txBody>
                  <a:tcPr marL="0" marR="0" marT="0" marB="0" anchor="ctr"/>
                </a:tc>
                <a:tc>
                  <a:txBody>
                    <a:bodyPr/>
                    <a:lstStyle/>
                    <a:p>
                      <a:pPr algn="ctr"/>
                      <a:r>
                        <a:rPr lang="en-US" sz="600"/>
                        <a:t>2029</a:t>
                      </a:r>
                    </a:p>
                  </a:txBody>
                  <a:tcPr marL="0" marR="0" marT="0" marB="0" anchor="ctr"/>
                </a:tc>
                <a:tc>
                  <a:txBody>
                    <a:bodyPr/>
                    <a:lstStyle/>
                    <a:p>
                      <a:pPr algn="ctr"/>
                      <a:r>
                        <a:rPr lang="en-US" sz="600"/>
                        <a:t>2030</a:t>
                      </a:r>
                    </a:p>
                  </a:txBody>
                  <a:tcPr marL="0" marR="0" marT="0" marB="0" anchor="ctr"/>
                </a:tc>
                <a:tc>
                  <a:txBody>
                    <a:bodyPr/>
                    <a:lstStyle/>
                    <a:p>
                      <a:pPr algn="ctr"/>
                      <a:r>
                        <a:rPr lang="en-US" sz="600"/>
                        <a:t>2031</a:t>
                      </a:r>
                    </a:p>
                  </a:txBody>
                  <a:tcPr marL="0" marR="0" marT="0" marB="0" anchor="ctr"/>
                </a:tc>
                <a:tc>
                  <a:txBody>
                    <a:bodyPr/>
                    <a:lstStyle/>
                    <a:p>
                      <a:pPr algn="ctr"/>
                      <a:r>
                        <a:rPr lang="en-US" sz="600"/>
                        <a:t>2032</a:t>
                      </a:r>
                    </a:p>
                  </a:txBody>
                  <a:tcPr marL="0" marR="0" marT="0" marB="0" anchor="ctr"/>
                </a:tc>
                <a:tc>
                  <a:txBody>
                    <a:bodyPr/>
                    <a:lstStyle/>
                    <a:p>
                      <a:pPr algn="ctr"/>
                      <a:r>
                        <a:rPr lang="en-US" sz="600"/>
                        <a:t>2033</a:t>
                      </a:r>
                    </a:p>
                  </a:txBody>
                  <a:tcPr marL="0" marR="0" marT="0" marB="0" anchor="ctr"/>
                </a:tc>
                <a:tc>
                  <a:txBody>
                    <a:bodyPr/>
                    <a:lstStyle/>
                    <a:p>
                      <a:pPr algn="ctr"/>
                      <a:r>
                        <a:rPr lang="en-US" sz="600"/>
                        <a:t>2034</a:t>
                      </a:r>
                    </a:p>
                  </a:txBody>
                  <a:tcPr marL="0" marR="0" marT="0" marB="0" anchor="ctr"/>
                </a:tc>
                <a:extLst>
                  <a:ext uri="{0D108BD9-81ED-4DB2-BD59-A6C34878D82A}">
                    <a16:rowId xmlns:a16="http://schemas.microsoft.com/office/drawing/2014/main" val="1103347981"/>
                  </a:ext>
                </a:extLst>
              </a:tr>
              <a:tr h="156101">
                <a:tc>
                  <a:txBody>
                    <a:bodyPr/>
                    <a:lstStyle/>
                    <a:p>
                      <a:r>
                        <a:rPr lang="en-US" sz="800"/>
                        <a:t>Office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Climate RCP 2.6</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3676463889"/>
                  </a:ext>
                </a:extLst>
              </a:tr>
              <a:tr h="184592">
                <a:tc>
                  <a:txBody>
                    <a:bodyPr/>
                    <a:lstStyle/>
                    <a:p>
                      <a:r>
                        <a:rPr lang="en-US" sz="800"/>
                        <a:t>Plant 1</a:t>
                      </a:r>
                    </a:p>
                  </a:txBody>
                  <a:tcPr/>
                </a:tc>
                <a:tc>
                  <a:txBody>
                    <a:bodyPr/>
                    <a:lstStyle/>
                    <a:p>
                      <a:r>
                        <a:rPr lang="en-US" sz="800"/>
                        <a:t>Climate RCP 2.6</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2826087511"/>
                  </a:ext>
                </a:extLst>
              </a:tr>
              <a:tr h="215757">
                <a:tc>
                  <a:txBody>
                    <a:bodyPr/>
                    <a:lstStyle/>
                    <a:p>
                      <a:r>
                        <a:rPr lang="en-US" sz="800"/>
                        <a:t>Plant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2.6</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59523870"/>
                  </a:ext>
                </a:extLst>
              </a:tr>
              <a:tr h="229114">
                <a:tc>
                  <a:txBody>
                    <a:bodyPr/>
                    <a:lstStyle/>
                    <a:p>
                      <a:r>
                        <a:rPr lang="en-US" sz="800"/>
                        <a:t>Raw Material 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2.6</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673247201"/>
                  </a:ext>
                </a:extLst>
              </a:tr>
              <a:tr h="229114">
                <a:tc>
                  <a:txBody>
                    <a:bodyPr/>
                    <a:lstStyle/>
                    <a:p>
                      <a:r>
                        <a:rPr lang="en-US" sz="800"/>
                        <a:t>Office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4.5</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551491578"/>
                  </a:ext>
                </a:extLst>
              </a:tr>
              <a:tr h="229114">
                <a:tc>
                  <a:txBody>
                    <a:bodyPr/>
                    <a:lstStyle/>
                    <a:p>
                      <a:r>
                        <a:rPr lang="en-US" sz="800"/>
                        <a:t>Plant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4.5</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994561427"/>
                  </a:ext>
                </a:extLst>
              </a:tr>
              <a:tr h="229114">
                <a:tc>
                  <a:txBody>
                    <a:bodyPr/>
                    <a:lstStyle/>
                    <a:p>
                      <a:r>
                        <a:rPr lang="en-US" sz="800"/>
                        <a:t>Plant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4.5</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4234352554"/>
                  </a:ext>
                </a:extLst>
              </a:tr>
              <a:tr h="229114">
                <a:tc>
                  <a:txBody>
                    <a:bodyPr/>
                    <a:lstStyle/>
                    <a:p>
                      <a:r>
                        <a:rPr lang="en-US" sz="800"/>
                        <a:t>Raw Material A</a:t>
                      </a:r>
                    </a:p>
                  </a:txBody>
                  <a:tcPr/>
                </a:tc>
                <a:tc>
                  <a:txBody>
                    <a:bodyPr/>
                    <a:lstStyle/>
                    <a:p>
                      <a:r>
                        <a:rPr lang="en-US" sz="800"/>
                        <a:t>Climate RCP 4.5</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3419192193"/>
                  </a:ext>
                </a:extLst>
              </a:tr>
              <a:tr h="229114">
                <a:tc>
                  <a:txBody>
                    <a:bodyPr/>
                    <a:lstStyle/>
                    <a:p>
                      <a:r>
                        <a:rPr lang="en-US" sz="800"/>
                        <a:t>Office</a:t>
                      </a:r>
                    </a:p>
                  </a:txBody>
                  <a:tcPr/>
                </a:tc>
                <a:tc>
                  <a:txBody>
                    <a:bodyPr/>
                    <a:lstStyle/>
                    <a:p>
                      <a:r>
                        <a:rPr lang="en-US" sz="800"/>
                        <a:t>Climate RCP 8.0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2329887955"/>
                  </a:ext>
                </a:extLst>
              </a:tr>
              <a:tr h="229114">
                <a:tc>
                  <a:txBody>
                    <a:bodyPr/>
                    <a:lstStyle/>
                    <a:p>
                      <a:r>
                        <a:rPr lang="en-US" sz="800"/>
                        <a:t>Plant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8.0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2847963675"/>
                  </a:ext>
                </a:extLst>
              </a:tr>
              <a:tr h="229114">
                <a:tc>
                  <a:txBody>
                    <a:bodyPr/>
                    <a:lstStyle/>
                    <a:p>
                      <a:r>
                        <a:rPr lang="en-US" sz="800"/>
                        <a:t>Plant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8.0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4155000639"/>
                  </a:ext>
                </a:extLst>
              </a:tr>
              <a:tr h="229114">
                <a:tc>
                  <a:txBody>
                    <a:bodyPr/>
                    <a:lstStyle/>
                    <a:p>
                      <a:r>
                        <a:rPr lang="en-US" sz="800"/>
                        <a:t>Raw Material 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313"/>
                          </a:solidFill>
                          <a:effectLst/>
                          <a:uLnTx/>
                          <a:uFillTx/>
                          <a:latin typeface="TWK Everett"/>
                          <a:ea typeface="+mn-ea"/>
                          <a:cs typeface="+mn-cs"/>
                        </a:rPr>
                        <a:t>Climate RCP 8.0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3053703073"/>
                  </a:ext>
                </a:extLst>
              </a:tr>
            </a:tbl>
          </a:graphicData>
        </a:graphic>
      </p:graphicFrame>
      <p:cxnSp>
        <p:nvCxnSpPr>
          <p:cNvPr id="104" name="Connector: Curved 57">
            <a:extLst>
              <a:ext uri="{FF2B5EF4-FFF2-40B4-BE49-F238E27FC236}">
                <a16:creationId xmlns:a16="http://schemas.microsoft.com/office/drawing/2014/main" id="{A8A64446-7E0C-98E3-538C-FBA21208C554}"/>
              </a:ext>
            </a:extLst>
          </p:cNvPr>
          <p:cNvCxnSpPr>
            <a:cxnSpLocks/>
            <a:stCxn id="73" idx="3"/>
            <a:endCxn id="74" idx="1"/>
          </p:cNvCxnSpPr>
          <p:nvPr/>
        </p:nvCxnSpPr>
        <p:spPr>
          <a:xfrm flipV="1">
            <a:off x="1086010" y="1644808"/>
            <a:ext cx="2044556" cy="2602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A0355C63-46C2-430E-459E-31E8652A4D8E}"/>
              </a:ext>
            </a:extLst>
          </p:cNvPr>
          <p:cNvSpPr txBox="1"/>
          <p:nvPr/>
        </p:nvSpPr>
        <p:spPr>
          <a:xfrm>
            <a:off x="668662" y="1029777"/>
            <a:ext cx="2283467" cy="400110"/>
          </a:xfrm>
          <a:prstGeom prst="rect">
            <a:avLst/>
          </a:prstGeom>
          <a:noFill/>
          <a:ln>
            <a:solidFill>
              <a:schemeClr val="tx1"/>
            </a:solidFill>
            <a:prstDash val="dash"/>
          </a:ln>
        </p:spPr>
        <p:txBody>
          <a:bodyPr wrap="square" lIns="45720" tIns="45720" rIns="45720" bIns="45720" rtlCol="0">
            <a:spAutoFit/>
          </a:bodyPr>
          <a:lstStyle/>
          <a:p>
            <a:pPr algn="ctr"/>
            <a:r>
              <a:rPr lang="en-US" sz="1000">
                <a:solidFill>
                  <a:schemeClr val="tx2">
                    <a:lumMod val="50000"/>
                  </a:schemeClr>
                </a:solidFill>
                <a:latin typeface="Arial" panose="020B0604020202020204" pitchFamily="34" charset="0"/>
              </a:rPr>
              <a:t>Traditional Climate Risk Measurement is a top-down exercise</a:t>
            </a:r>
          </a:p>
        </p:txBody>
      </p:sp>
      <p:sp>
        <p:nvSpPr>
          <p:cNvPr id="106" name="TextBox 105">
            <a:extLst>
              <a:ext uri="{FF2B5EF4-FFF2-40B4-BE49-F238E27FC236}">
                <a16:creationId xmlns:a16="http://schemas.microsoft.com/office/drawing/2014/main" id="{0B3091CC-7BE9-A111-6D86-1D558BC9C631}"/>
              </a:ext>
            </a:extLst>
          </p:cNvPr>
          <p:cNvSpPr txBox="1"/>
          <p:nvPr/>
        </p:nvSpPr>
        <p:spPr>
          <a:xfrm>
            <a:off x="749836" y="2304470"/>
            <a:ext cx="2657193" cy="553998"/>
          </a:xfrm>
          <a:prstGeom prst="rect">
            <a:avLst/>
          </a:prstGeom>
          <a:noFill/>
          <a:ln>
            <a:solidFill>
              <a:schemeClr val="tx1"/>
            </a:solidFill>
            <a:prstDash val="dash"/>
          </a:ln>
        </p:spPr>
        <p:txBody>
          <a:bodyPr wrap="square" lIns="45720" tIns="45720" rIns="45720" bIns="45720" rtlCol="0">
            <a:spAutoFit/>
          </a:bodyPr>
          <a:lstStyle/>
          <a:p>
            <a:pPr algn="ctr"/>
            <a:r>
              <a:rPr lang="en-US" sz="1000">
                <a:solidFill>
                  <a:schemeClr val="tx2">
                    <a:lumMod val="50000"/>
                  </a:schemeClr>
                </a:solidFill>
                <a:latin typeface="Arial" panose="020B0604020202020204" pitchFamily="34" charset="0"/>
              </a:rPr>
              <a:t>AI enables granular estimates of climate and transition hazards by geography and asset – even if the data is not readily available</a:t>
            </a:r>
          </a:p>
        </p:txBody>
      </p:sp>
      <p:sp>
        <p:nvSpPr>
          <p:cNvPr id="107" name="Rectangle: Rounded Corners 62">
            <a:extLst>
              <a:ext uri="{FF2B5EF4-FFF2-40B4-BE49-F238E27FC236}">
                <a16:creationId xmlns:a16="http://schemas.microsoft.com/office/drawing/2014/main" id="{81D83550-0868-81DF-780B-934B9BE556E7}"/>
              </a:ext>
            </a:extLst>
          </p:cNvPr>
          <p:cNvSpPr/>
          <p:nvPr/>
        </p:nvSpPr>
        <p:spPr>
          <a:xfrm>
            <a:off x="2636500" y="6398334"/>
            <a:ext cx="1960841" cy="463987"/>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pPr algn="ctr"/>
            <a:r>
              <a:rPr lang="en-US" sz="1200"/>
              <a:t>Climate Models &amp; Damage Functions</a:t>
            </a:r>
          </a:p>
        </p:txBody>
      </p:sp>
      <p:sp>
        <p:nvSpPr>
          <p:cNvPr id="108" name="TextBox 107">
            <a:extLst>
              <a:ext uri="{FF2B5EF4-FFF2-40B4-BE49-F238E27FC236}">
                <a16:creationId xmlns:a16="http://schemas.microsoft.com/office/drawing/2014/main" id="{1185DF6D-3848-5570-52FD-6896FBE6AD6E}"/>
              </a:ext>
            </a:extLst>
          </p:cNvPr>
          <p:cNvSpPr txBox="1"/>
          <p:nvPr/>
        </p:nvSpPr>
        <p:spPr>
          <a:xfrm>
            <a:off x="1378733" y="6107292"/>
            <a:ext cx="1318420" cy="707886"/>
          </a:xfrm>
          <a:prstGeom prst="rect">
            <a:avLst/>
          </a:prstGeom>
          <a:noFill/>
          <a:ln>
            <a:solidFill>
              <a:schemeClr val="tx1"/>
            </a:solidFill>
            <a:prstDash val="dash"/>
          </a:ln>
        </p:spPr>
        <p:txBody>
          <a:bodyPr wrap="square" lIns="45720" tIns="45720" rIns="45720" bIns="45720" rtlCol="0">
            <a:spAutoFit/>
          </a:bodyPr>
          <a:lstStyle/>
          <a:p>
            <a:pPr algn="ctr"/>
            <a:r>
              <a:rPr lang="en-US" sz="1000">
                <a:solidFill>
                  <a:schemeClr val="tx2">
                    <a:lumMod val="50000"/>
                  </a:schemeClr>
                </a:solidFill>
                <a:latin typeface="Arial" panose="020B0604020202020204" pitchFamily="34" charset="0"/>
              </a:rPr>
              <a:t>Leverage AI Data pipelines to ingest climate data and damage functions</a:t>
            </a:r>
          </a:p>
        </p:txBody>
      </p:sp>
      <p:sp>
        <p:nvSpPr>
          <p:cNvPr id="109" name="Arrow: Up 64">
            <a:extLst>
              <a:ext uri="{FF2B5EF4-FFF2-40B4-BE49-F238E27FC236}">
                <a16:creationId xmlns:a16="http://schemas.microsoft.com/office/drawing/2014/main" id="{47CC8769-D534-3727-BDFC-2AD3501917BA}"/>
              </a:ext>
            </a:extLst>
          </p:cNvPr>
          <p:cNvSpPr/>
          <p:nvPr/>
        </p:nvSpPr>
        <p:spPr>
          <a:xfrm>
            <a:off x="7918324" y="2528727"/>
            <a:ext cx="965770" cy="49527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1DE9B67B-A05C-76F7-7049-ED5D226463D8}"/>
              </a:ext>
            </a:extLst>
          </p:cNvPr>
          <p:cNvSpPr txBox="1"/>
          <p:nvPr/>
        </p:nvSpPr>
        <p:spPr>
          <a:xfrm>
            <a:off x="8884094" y="2488151"/>
            <a:ext cx="1719765" cy="400110"/>
          </a:xfrm>
          <a:prstGeom prst="rect">
            <a:avLst/>
          </a:prstGeom>
          <a:noFill/>
          <a:ln>
            <a:solidFill>
              <a:schemeClr val="tx1"/>
            </a:solidFill>
            <a:prstDash val="dash"/>
          </a:ln>
        </p:spPr>
        <p:txBody>
          <a:bodyPr wrap="square" lIns="45720" tIns="45720" rIns="45720" bIns="45720" rtlCol="0">
            <a:spAutoFit/>
          </a:bodyPr>
          <a:lstStyle/>
          <a:p>
            <a:pPr algn="ctr"/>
            <a:r>
              <a:rPr lang="en-US" sz="1000">
                <a:solidFill>
                  <a:schemeClr val="tx2">
                    <a:lumMod val="50000"/>
                  </a:schemeClr>
                </a:solidFill>
                <a:latin typeface="Arial" panose="020B0604020202020204" pitchFamily="34" charset="0"/>
              </a:rPr>
              <a:t>Aggregate to create firm level view of climate risk</a:t>
            </a:r>
          </a:p>
        </p:txBody>
      </p:sp>
    </p:spTree>
    <p:extLst>
      <p:ext uri="{BB962C8B-B14F-4D97-AF65-F5344CB8AC3E}">
        <p14:creationId xmlns:p14="http://schemas.microsoft.com/office/powerpoint/2010/main" val="539688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5BD080-EA2B-CAFF-1668-4EC3DDB84F62}"/>
              </a:ext>
            </a:extLst>
          </p:cNvPr>
          <p:cNvSpPr>
            <a:spLocks noGrp="1"/>
          </p:cNvSpPr>
          <p:nvPr>
            <p:ph type="sldNum" sz="quarter" idx="4"/>
          </p:nvPr>
        </p:nvSpPr>
        <p:spPr/>
        <p:txBody>
          <a:bodyPr/>
          <a:lstStyle/>
          <a:p>
            <a:fld id="{BB55D76A-9B6E-CD41-ABBE-F6C938295BAD}" type="slidenum">
              <a:rPr lang="en-US" smtClean="0"/>
              <a:pPr/>
              <a:t>27</a:t>
            </a:fld>
            <a:endParaRPr lang="en-US"/>
          </a:p>
        </p:txBody>
      </p:sp>
      <p:sp>
        <p:nvSpPr>
          <p:cNvPr id="7" name="Title 6">
            <a:extLst>
              <a:ext uri="{FF2B5EF4-FFF2-40B4-BE49-F238E27FC236}">
                <a16:creationId xmlns:a16="http://schemas.microsoft.com/office/drawing/2014/main" id="{CB698EE2-91A6-935E-3D06-D51C30399F76}"/>
              </a:ext>
            </a:extLst>
          </p:cNvPr>
          <p:cNvSpPr>
            <a:spLocks noGrp="1"/>
          </p:cNvSpPr>
          <p:nvPr>
            <p:ph type="title"/>
          </p:nvPr>
        </p:nvSpPr>
        <p:spPr/>
        <p:txBody>
          <a:bodyPr/>
          <a:lstStyle/>
          <a:p>
            <a:endParaRPr lang="en-GB"/>
          </a:p>
        </p:txBody>
      </p:sp>
      <p:sp>
        <p:nvSpPr>
          <p:cNvPr id="10" name="Text Placeholder 9">
            <a:extLst>
              <a:ext uri="{FF2B5EF4-FFF2-40B4-BE49-F238E27FC236}">
                <a16:creationId xmlns:a16="http://schemas.microsoft.com/office/drawing/2014/main" id="{32D78F0C-9ED2-2AAA-BD4D-055F267B3D80}"/>
              </a:ext>
            </a:extLst>
          </p:cNvPr>
          <p:cNvSpPr>
            <a:spLocks noGrp="1"/>
          </p:cNvSpPr>
          <p:nvPr>
            <p:ph type="body" sz="quarter" idx="27"/>
          </p:nvPr>
        </p:nvSpPr>
        <p:spPr/>
        <p:txBody>
          <a:bodyPr/>
          <a:lstStyle/>
          <a:p>
            <a:endParaRPr lang="en-GB"/>
          </a:p>
        </p:txBody>
      </p:sp>
      <p:sp>
        <p:nvSpPr>
          <p:cNvPr id="38" name="Rectangle 37">
            <a:extLst>
              <a:ext uri="{FF2B5EF4-FFF2-40B4-BE49-F238E27FC236}">
                <a16:creationId xmlns:a16="http://schemas.microsoft.com/office/drawing/2014/main" id="{5A1B89F6-39ED-22C9-6BE4-916FDB1E7930}"/>
              </a:ext>
            </a:extLst>
          </p:cNvPr>
          <p:cNvSpPr/>
          <p:nvPr/>
        </p:nvSpPr>
        <p:spPr>
          <a:xfrm>
            <a:off x="2095275" y="1198571"/>
            <a:ext cx="7599905" cy="42507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Gareth’s Team</a:t>
            </a:r>
            <a:endParaRPr lang="en-GB"/>
          </a:p>
        </p:txBody>
      </p:sp>
      <p:grpSp>
        <p:nvGrpSpPr>
          <p:cNvPr id="45" name="Group 44">
            <a:extLst>
              <a:ext uri="{FF2B5EF4-FFF2-40B4-BE49-F238E27FC236}">
                <a16:creationId xmlns:a16="http://schemas.microsoft.com/office/drawing/2014/main" id="{20B2B575-387B-76D8-2297-F4855A866EDC}"/>
              </a:ext>
            </a:extLst>
          </p:cNvPr>
          <p:cNvGrpSpPr/>
          <p:nvPr/>
        </p:nvGrpSpPr>
        <p:grpSpPr>
          <a:xfrm>
            <a:off x="295275" y="1719682"/>
            <a:ext cx="11199905" cy="3414294"/>
            <a:chOff x="295275" y="1719682"/>
            <a:chExt cx="11199905" cy="4855839"/>
          </a:xfrm>
        </p:grpSpPr>
        <p:grpSp>
          <p:nvGrpSpPr>
            <p:cNvPr id="44" name="Group 43">
              <a:extLst>
                <a:ext uri="{FF2B5EF4-FFF2-40B4-BE49-F238E27FC236}">
                  <a16:creationId xmlns:a16="http://schemas.microsoft.com/office/drawing/2014/main" id="{9239DB89-BE03-CBB3-436B-6A41636C4EB9}"/>
                </a:ext>
              </a:extLst>
            </p:cNvPr>
            <p:cNvGrpSpPr/>
            <p:nvPr/>
          </p:nvGrpSpPr>
          <p:grpSpPr>
            <a:xfrm>
              <a:off x="295275" y="1719682"/>
              <a:ext cx="11199905" cy="2824133"/>
              <a:chOff x="295275" y="1719682"/>
              <a:chExt cx="11199905" cy="3258293"/>
            </a:xfrm>
          </p:grpSpPr>
          <p:sp>
            <p:nvSpPr>
              <p:cNvPr id="11" name="Rectangle 10">
                <a:extLst>
                  <a:ext uri="{FF2B5EF4-FFF2-40B4-BE49-F238E27FC236}">
                    <a16:creationId xmlns:a16="http://schemas.microsoft.com/office/drawing/2014/main" id="{98BD5F23-3690-061D-4F76-78A8E06B2E5B}"/>
                  </a:ext>
                </a:extLst>
              </p:cNvPr>
              <p:cNvSpPr/>
              <p:nvPr/>
            </p:nvSpPr>
            <p:spPr>
              <a:xfrm>
                <a:off x="295275" y="1857375"/>
                <a:ext cx="1800000" cy="136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Data From </a:t>
                </a:r>
              </a:p>
              <a:p>
                <a:pPr algn="ctr"/>
                <a:r>
                  <a:rPr lang="en-US" sz="1600"/>
                  <a:t>IM</a:t>
                </a:r>
                <a:endParaRPr lang="en-GB" sz="1600"/>
              </a:p>
            </p:txBody>
          </p:sp>
          <p:sp>
            <p:nvSpPr>
              <p:cNvPr id="12" name="Rectangle 11">
                <a:extLst>
                  <a:ext uri="{FF2B5EF4-FFF2-40B4-BE49-F238E27FC236}">
                    <a16:creationId xmlns:a16="http://schemas.microsoft.com/office/drawing/2014/main" id="{AAA9BAB9-F39E-4834-6718-9DEFA4352BF1}"/>
                  </a:ext>
                </a:extLst>
              </p:cNvPr>
              <p:cNvSpPr/>
              <p:nvPr/>
            </p:nvSpPr>
            <p:spPr>
              <a:xfrm>
                <a:off x="571500" y="3384867"/>
                <a:ext cx="1800000" cy="13680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Directly Sourced Data</a:t>
                </a:r>
                <a:endParaRPr lang="en-GB" sz="1600"/>
              </a:p>
            </p:txBody>
          </p:sp>
          <p:sp>
            <p:nvSpPr>
              <p:cNvPr id="13" name="Rectangle 12">
                <a:extLst>
                  <a:ext uri="{FF2B5EF4-FFF2-40B4-BE49-F238E27FC236}">
                    <a16:creationId xmlns:a16="http://schemas.microsoft.com/office/drawing/2014/main" id="{1BBD503D-6142-90D7-AAEB-5C646874A908}"/>
                  </a:ext>
                </a:extLst>
              </p:cNvPr>
              <p:cNvSpPr/>
              <p:nvPr/>
            </p:nvSpPr>
            <p:spPr>
              <a:xfrm>
                <a:off x="9695180" y="2697321"/>
                <a:ext cx="1800000" cy="136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Data sent to group</a:t>
                </a:r>
                <a:endParaRPr lang="en-GB" sz="1600"/>
              </a:p>
            </p:txBody>
          </p:sp>
          <p:sp>
            <p:nvSpPr>
              <p:cNvPr id="14" name="Rectangle 13">
                <a:extLst>
                  <a:ext uri="{FF2B5EF4-FFF2-40B4-BE49-F238E27FC236}">
                    <a16:creationId xmlns:a16="http://schemas.microsoft.com/office/drawing/2014/main" id="{5EC88FAD-9F5C-DF05-3122-5AEE40ED1CAD}"/>
                  </a:ext>
                </a:extLst>
              </p:cNvPr>
              <p:cNvSpPr/>
              <p:nvPr/>
            </p:nvSpPr>
            <p:spPr>
              <a:xfrm>
                <a:off x="2645251" y="2544921"/>
                <a:ext cx="1800000" cy="13680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Validation</a:t>
                </a:r>
                <a:endParaRPr lang="en-GB" sz="1600"/>
              </a:p>
            </p:txBody>
          </p:sp>
          <p:sp>
            <p:nvSpPr>
              <p:cNvPr id="15" name="Rectangle 14">
                <a:extLst>
                  <a:ext uri="{FF2B5EF4-FFF2-40B4-BE49-F238E27FC236}">
                    <a16:creationId xmlns:a16="http://schemas.microsoft.com/office/drawing/2014/main" id="{453194D0-E9D2-A152-1881-38682BA7ED8F}"/>
                  </a:ext>
                </a:extLst>
              </p:cNvPr>
              <p:cNvSpPr/>
              <p:nvPr/>
            </p:nvSpPr>
            <p:spPr>
              <a:xfrm>
                <a:off x="7345203" y="3609975"/>
                <a:ext cx="1800000" cy="13680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Transformation</a:t>
                </a:r>
                <a:endParaRPr lang="en-GB" sz="1600"/>
              </a:p>
            </p:txBody>
          </p:sp>
          <p:sp>
            <p:nvSpPr>
              <p:cNvPr id="16" name="Rectangle 15">
                <a:extLst>
                  <a:ext uri="{FF2B5EF4-FFF2-40B4-BE49-F238E27FC236}">
                    <a16:creationId xmlns:a16="http://schemas.microsoft.com/office/drawing/2014/main" id="{09643209-82F1-F378-7116-CF6936986C03}"/>
                  </a:ext>
                </a:extLst>
              </p:cNvPr>
              <p:cNvSpPr/>
              <p:nvPr/>
            </p:nvSpPr>
            <p:spPr>
              <a:xfrm>
                <a:off x="4995227" y="1719682"/>
                <a:ext cx="1800000" cy="136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Modelling</a:t>
                </a:r>
              </a:p>
              <a:p>
                <a:pPr algn="ctr"/>
                <a:r>
                  <a:rPr lang="en-US" sz="1600"/>
                  <a:t>Calculations</a:t>
                </a:r>
                <a:endParaRPr lang="en-GB" sz="1600"/>
              </a:p>
            </p:txBody>
          </p:sp>
          <p:cxnSp>
            <p:nvCxnSpPr>
              <p:cNvPr id="20" name="Connector: Elbow 19">
                <a:extLst>
                  <a:ext uri="{FF2B5EF4-FFF2-40B4-BE49-F238E27FC236}">
                    <a16:creationId xmlns:a16="http://schemas.microsoft.com/office/drawing/2014/main" id="{D957EE91-4E99-9FF0-5A68-38EB63B755A2}"/>
                  </a:ext>
                </a:extLst>
              </p:cNvPr>
              <p:cNvCxnSpPr>
                <a:stCxn id="11" idx="3"/>
                <a:endCxn id="14" idx="1"/>
              </p:cNvCxnSpPr>
              <p:nvPr/>
            </p:nvCxnSpPr>
            <p:spPr>
              <a:xfrm>
                <a:off x="2095275" y="2541375"/>
                <a:ext cx="549976" cy="68754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34028499-DA76-5A5A-FB1D-98455D250563}"/>
                  </a:ext>
                </a:extLst>
              </p:cNvPr>
              <p:cNvCxnSpPr>
                <a:cxnSpLocks/>
                <a:stCxn id="12" idx="3"/>
                <a:endCxn id="14" idx="1"/>
              </p:cNvCxnSpPr>
              <p:nvPr/>
            </p:nvCxnSpPr>
            <p:spPr>
              <a:xfrm flipV="1">
                <a:off x="2371500" y="3228921"/>
                <a:ext cx="273751" cy="83994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3F26207C-FAFD-B8DD-F44D-C562836D7819}"/>
                  </a:ext>
                </a:extLst>
              </p:cNvPr>
              <p:cNvCxnSpPr>
                <a:cxnSpLocks/>
                <a:stCxn id="14" idx="3"/>
                <a:endCxn id="16" idx="1"/>
              </p:cNvCxnSpPr>
              <p:nvPr/>
            </p:nvCxnSpPr>
            <p:spPr>
              <a:xfrm flipV="1">
                <a:off x="4445251" y="2403682"/>
                <a:ext cx="549976" cy="82523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6357A76D-1AE7-46B8-D3E9-9BCC7FEB9889}"/>
                  </a:ext>
                </a:extLst>
              </p:cNvPr>
              <p:cNvCxnSpPr>
                <a:cxnSpLocks/>
                <a:stCxn id="14" idx="3"/>
                <a:endCxn id="15" idx="1"/>
              </p:cNvCxnSpPr>
              <p:nvPr/>
            </p:nvCxnSpPr>
            <p:spPr>
              <a:xfrm>
                <a:off x="4445251" y="3228921"/>
                <a:ext cx="2899952" cy="10650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ED730272-1892-6B8D-8C4C-AD8EB12904AE}"/>
                  </a:ext>
                </a:extLst>
              </p:cNvPr>
              <p:cNvCxnSpPr>
                <a:cxnSpLocks/>
                <a:stCxn id="16" idx="3"/>
                <a:endCxn id="15" idx="1"/>
              </p:cNvCxnSpPr>
              <p:nvPr/>
            </p:nvCxnSpPr>
            <p:spPr>
              <a:xfrm>
                <a:off x="6795227" y="2403682"/>
                <a:ext cx="549976" cy="189029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754E44EC-3FD9-6EFE-FF44-CFD8C7840AAD}"/>
                  </a:ext>
                </a:extLst>
              </p:cNvPr>
              <p:cNvCxnSpPr>
                <a:cxnSpLocks/>
                <a:stCxn id="15" idx="3"/>
                <a:endCxn id="13" idx="1"/>
              </p:cNvCxnSpPr>
              <p:nvPr/>
            </p:nvCxnSpPr>
            <p:spPr>
              <a:xfrm flipV="1">
                <a:off x="9145203" y="3381321"/>
                <a:ext cx="549977" cy="9126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6AB0E9C1-4B86-90E7-534C-23243B3A1848}"/>
                </a:ext>
              </a:extLst>
            </p:cNvPr>
            <p:cNvSpPr/>
            <p:nvPr/>
          </p:nvSpPr>
          <p:spPr>
            <a:xfrm>
              <a:off x="2794839" y="5899246"/>
              <a:ext cx="6143625" cy="676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Enabling </a:t>
              </a:r>
              <a:r>
                <a:rPr lang="en-US"/>
                <a:t>additional insights</a:t>
              </a:r>
              <a:endParaRPr lang="en-GB"/>
            </a:p>
          </p:txBody>
        </p:sp>
        <p:sp>
          <p:nvSpPr>
            <p:cNvPr id="40" name="Isosceles Triangle 39">
              <a:extLst>
                <a:ext uri="{FF2B5EF4-FFF2-40B4-BE49-F238E27FC236}">
                  <a16:creationId xmlns:a16="http://schemas.microsoft.com/office/drawing/2014/main" id="{DBA1B2FF-9FA4-0796-E2ED-991BC3D85EF1}"/>
                </a:ext>
              </a:extLst>
            </p:cNvPr>
            <p:cNvSpPr/>
            <p:nvPr/>
          </p:nvSpPr>
          <p:spPr>
            <a:xfrm flipV="1">
              <a:off x="3028950" y="5577508"/>
              <a:ext cx="1387726" cy="152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Isosceles Triangle 40">
              <a:extLst>
                <a:ext uri="{FF2B5EF4-FFF2-40B4-BE49-F238E27FC236}">
                  <a16:creationId xmlns:a16="http://schemas.microsoft.com/office/drawing/2014/main" id="{CE083F17-A90A-AFD2-9134-32CA31CBDF42}"/>
                </a:ext>
              </a:extLst>
            </p:cNvPr>
            <p:cNvSpPr/>
            <p:nvPr/>
          </p:nvSpPr>
          <p:spPr>
            <a:xfrm flipV="1">
              <a:off x="4966652" y="5535594"/>
              <a:ext cx="1387726" cy="152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Isosceles Triangle 41">
              <a:extLst>
                <a:ext uri="{FF2B5EF4-FFF2-40B4-BE49-F238E27FC236}">
                  <a16:creationId xmlns:a16="http://schemas.microsoft.com/office/drawing/2014/main" id="{1BB27E25-F470-C360-7115-BD88F2FA3466}"/>
                </a:ext>
              </a:extLst>
            </p:cNvPr>
            <p:cNvSpPr/>
            <p:nvPr/>
          </p:nvSpPr>
          <p:spPr>
            <a:xfrm flipV="1">
              <a:off x="7041640" y="5565020"/>
              <a:ext cx="1387726" cy="152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495EA050-D57A-9DDD-7724-996B7E091312}"/>
                </a:ext>
              </a:extLst>
            </p:cNvPr>
            <p:cNvSpPr/>
            <p:nvPr/>
          </p:nvSpPr>
          <p:spPr>
            <a:xfrm>
              <a:off x="2645251" y="4725641"/>
              <a:ext cx="6143625" cy="676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Orchestration</a:t>
              </a:r>
              <a:endParaRPr lang="en-GB"/>
            </a:p>
          </p:txBody>
        </p:sp>
      </p:grpSp>
      <p:sp>
        <p:nvSpPr>
          <p:cNvPr id="46" name="Rectangle 45">
            <a:extLst>
              <a:ext uri="{FF2B5EF4-FFF2-40B4-BE49-F238E27FC236}">
                <a16:creationId xmlns:a16="http://schemas.microsoft.com/office/drawing/2014/main" id="{765967AA-E08A-0B5B-B663-5B1A1F2D949A}"/>
              </a:ext>
            </a:extLst>
          </p:cNvPr>
          <p:cNvSpPr/>
          <p:nvPr/>
        </p:nvSpPr>
        <p:spPr>
          <a:xfrm>
            <a:off x="571500" y="5324475"/>
            <a:ext cx="3590925" cy="9929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Having highly paid/skilled people working value add </a:t>
            </a:r>
            <a:endParaRPr lang="en-GB"/>
          </a:p>
        </p:txBody>
      </p:sp>
      <p:sp>
        <p:nvSpPr>
          <p:cNvPr id="47" name="Rectangle 46">
            <a:extLst>
              <a:ext uri="{FF2B5EF4-FFF2-40B4-BE49-F238E27FC236}">
                <a16:creationId xmlns:a16="http://schemas.microsoft.com/office/drawing/2014/main" id="{4012C3B7-79B7-6537-F858-6B4536A9C3D8}"/>
              </a:ext>
            </a:extLst>
          </p:cNvPr>
          <p:cNvSpPr/>
          <p:nvPr/>
        </p:nvSpPr>
        <p:spPr>
          <a:xfrm>
            <a:off x="4558915" y="5368103"/>
            <a:ext cx="3590925" cy="9929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Enables better insight from you data</a:t>
            </a:r>
            <a:endParaRPr lang="en-GB"/>
          </a:p>
        </p:txBody>
      </p:sp>
    </p:spTree>
    <p:extLst>
      <p:ext uri="{BB962C8B-B14F-4D97-AF65-F5344CB8AC3E}">
        <p14:creationId xmlns:p14="http://schemas.microsoft.com/office/powerpoint/2010/main" val="2026028539"/>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theme/theme1.xml><?xml version="1.0" encoding="utf-8"?>
<a:theme xmlns:a="http://schemas.openxmlformats.org/drawingml/2006/main" name="1_Kyndryl Template">
  <a:themeElements>
    <a:clrScheme name="Kyndryl 20220421">
      <a:dk1>
        <a:srgbClr val="002313"/>
      </a:dk1>
      <a:lt1>
        <a:srgbClr val="FFFFFF"/>
      </a:lt1>
      <a:dk2>
        <a:srgbClr val="3D3B3B"/>
      </a:dk2>
      <a:lt2>
        <a:srgbClr val="F2F0ED"/>
      </a:lt2>
      <a:accent1>
        <a:srgbClr val="FF462D"/>
      </a:accent1>
      <a:accent2>
        <a:srgbClr val="E4F4F1"/>
      </a:accent2>
      <a:accent3>
        <a:srgbClr val="4CDD84"/>
      </a:accent3>
      <a:accent4>
        <a:srgbClr val="287079"/>
      </a:accent4>
      <a:accent5>
        <a:srgbClr val="9E9287"/>
      </a:accent5>
      <a:accent6>
        <a:srgbClr val="187E3E"/>
      </a:accent6>
      <a:hlink>
        <a:srgbClr val="FF462D"/>
      </a:hlink>
      <a:folHlink>
        <a:srgbClr val="4CDD84"/>
      </a:folHlink>
    </a:clrScheme>
    <a:fontScheme name="K">
      <a:majorFont>
        <a:latin typeface="TWK Everett"/>
        <a:ea typeface=""/>
        <a:cs typeface=""/>
      </a:majorFont>
      <a:minorFont>
        <a:latin typeface="TWK Evere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a:solidFill>
              <a:schemeClr val="bg1"/>
            </a:solidFill>
            <a:latin typeface="Arial" panose="020B0604020202020204" pitchFamily="34" charset="0"/>
          </a:defRPr>
        </a:defPPr>
      </a:lstStyle>
    </a:txDef>
  </a:objectDefaults>
  <a:extraClrSchemeLst/>
  <a:custClrLst>
    <a:custClr name="White">
      <a:srgbClr val="FFFFFF"/>
    </a:custClr>
    <a:custClr name="Cloud">
      <a:srgbClr val="F2F1EE"/>
    </a:custClr>
    <a:custClr name="Spruce">
      <a:srgbClr val="29707A"/>
    </a:custClr>
    <a:custClr name="Deep Forest">
      <a:srgbClr val="042315"/>
    </a:custClr>
    <a:custClr name="Warm Red">
      <a:srgbClr val="FF462D"/>
    </a:custClr>
    <a:custClr name="Skye">
      <a:srgbClr val="E4F4F1"/>
    </a:custClr>
    <a:custClr name="Spring Green">
      <a:srgbClr val="4CDD84"/>
    </a:custClr>
    <a:custClr name="Earth">
      <a:srgbClr val="9E9287"/>
    </a:custClr>
    <a:custClr name="Dark Stone">
      <a:srgbClr val="3D3C3C"/>
    </a:custClr>
    <a:custClr name="Digital Dark Spring Green">
      <a:srgbClr val="187E3F"/>
    </a:custClr>
    <a:custClr name="Digital Dark Earth">
      <a:srgbClr val="565049"/>
    </a:custClr>
  </a:custClrLst>
  <a:extLst>
    <a:ext uri="{05A4C25C-085E-4340-85A3-A5531E510DB2}">
      <thm15:themeFamily xmlns:thm15="http://schemas.microsoft.com/office/thememl/2012/main" name="Kyndryl_Powerpoint_Template_Everett_1.4.1-R-2023" id="{8B9DA61E-FC7C-0A42-A6A9-8013095B0B77}" vid="{47CE6ABD-97EF-354F-8427-EA699AB2F3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3622620D4E8B44B804FE25A8ADB72D1" ma:contentTypeVersion="10" ma:contentTypeDescription="Create a new document." ma:contentTypeScope="" ma:versionID="49ebddd7cc3708673fb0db97e4947204">
  <xsd:schema xmlns:xsd="http://www.w3.org/2001/XMLSchema" xmlns:xs="http://www.w3.org/2001/XMLSchema" xmlns:p="http://schemas.microsoft.com/office/2006/metadata/properties" xmlns:ns1="http://schemas.microsoft.com/sharepoint/v3" xmlns:ns2="3f1b875b-7a24-4bf6-9b63-18d0dc9d4f90" targetNamespace="http://schemas.microsoft.com/office/2006/metadata/properties" ma:root="true" ma:fieldsID="c3f98555eed018951b1d7ca6ffe959f6" ns1:_="" ns2:_="">
    <xsd:import namespace="http://schemas.microsoft.com/sharepoint/v3"/>
    <xsd:import namespace="3f1b875b-7a24-4bf6-9b63-18d0dc9d4f9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1b875b-7a24-4bf6-9b63-18d0dc9d4f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3C8F08-CDC7-43A6-B977-5E380A977436}">
  <ds:schemaRefs>
    <ds:schemaRef ds:uri="http://schemas.microsoft.com/sharepoint/v3"/>
    <ds:schemaRef ds:uri="http://schemas.microsoft.com/office/infopath/2007/PartnerControls"/>
    <ds:schemaRef ds:uri="http://schemas.microsoft.com/office/2006/documentManagement/types"/>
    <ds:schemaRef ds:uri="http://www.w3.org/XML/1998/namespace"/>
    <ds:schemaRef ds:uri="http://purl.org/dc/elements/1.1/"/>
    <ds:schemaRef ds:uri="http://purl.org/dc/terms/"/>
    <ds:schemaRef ds:uri="http://purl.org/dc/dcmitype/"/>
    <ds:schemaRef ds:uri="http://schemas.openxmlformats.org/package/2006/metadata/core-properties"/>
    <ds:schemaRef ds:uri="3f1b875b-7a24-4bf6-9b63-18d0dc9d4f90"/>
    <ds:schemaRef ds:uri="http://schemas.microsoft.com/office/2006/metadata/properties"/>
  </ds:schemaRefs>
</ds:datastoreItem>
</file>

<file path=customXml/itemProps2.xml><?xml version="1.0" encoding="utf-8"?>
<ds:datastoreItem xmlns:ds="http://schemas.openxmlformats.org/officeDocument/2006/customXml" ds:itemID="{08560722-AD68-4D55-BD29-372B64886F06}">
  <ds:schemaRefs>
    <ds:schemaRef ds:uri="http://schemas.microsoft.com/sharepoint/v3/contenttype/forms"/>
  </ds:schemaRefs>
</ds:datastoreItem>
</file>

<file path=customXml/itemProps3.xml><?xml version="1.0" encoding="utf-8"?>
<ds:datastoreItem xmlns:ds="http://schemas.openxmlformats.org/officeDocument/2006/customXml" ds:itemID="{EF624DAE-DB73-4B0F-AA03-B38D97E91F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f1b875b-7a24-4bf6-9b63-18d0dc9d4f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824bfb3-918e-43c2-bb1c-dcc1ba40a82b}" enabled="0" method="" siteId="{b824bfb3-918e-43c2-bb1c-dcc1ba40a82b}" removed="1"/>
  <clbl:label id="{f260df36-bc43-424c-8f44-c85226657b01}" enabled="0" method="" siteId="{f260df36-bc43-424c-8f44-c85226657b01}" removed="1"/>
</clbl:labelList>
</file>

<file path=docProps/app.xml><?xml version="1.0" encoding="utf-8"?>
<Properties xmlns="http://schemas.openxmlformats.org/officeDocument/2006/extended-properties" xmlns:vt="http://schemas.openxmlformats.org/officeDocument/2006/docPropsVTypes">
  <TotalTime>0</TotalTime>
  <Words>7400</Words>
  <Application>Microsoft Office PowerPoint</Application>
  <PresentationFormat>Widescreen</PresentationFormat>
  <Paragraphs>604</Paragraphs>
  <Slides>27</Slides>
  <Notes>22</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1_Kyndryl Template</vt:lpstr>
      <vt:lpstr>PowerPoint Presentation</vt:lpstr>
      <vt:lpstr>PowerPoint Presentation</vt:lpstr>
      <vt:lpstr>Business need exploration with L&amp;G</vt:lpstr>
      <vt:lpstr>PowerPoint Presentation</vt:lpstr>
      <vt:lpstr>Scope 3 as Part of ESRS Regulatory Reporting Workflow 1 of 6</vt:lpstr>
      <vt:lpstr>Scope 3 as Part of ESRS Regulatory Reporting Workflow 2 of 6</vt:lpstr>
      <vt:lpstr>Scope 3 as Part of ESRS Regulatory Reporting Workflow 3 of 6</vt:lpstr>
      <vt:lpstr>Scope 3 as Part of ESRS Regulatory Reporting Workflow 4 of 6</vt:lpstr>
      <vt:lpstr>Scope 3 as Part of ESRS Regulatory Reporting Workflow 5 of 6</vt:lpstr>
      <vt:lpstr>Scope 3 as Part of ESRS Regulatory Reporting Workflow 6 of 6</vt:lpstr>
      <vt:lpstr>PowerPoint Presentation</vt:lpstr>
      <vt:lpstr>Scope 3 Portfolio Analysis (Light Green Only)</vt:lpstr>
      <vt:lpstr>Scope 3 Portfolio Analysis</vt:lpstr>
      <vt:lpstr>Agentic AI Functional Design </vt:lpstr>
      <vt:lpstr>1. Data acquisition agents </vt:lpstr>
      <vt:lpstr>1. Data acquisition agents </vt:lpstr>
      <vt:lpstr>1. Data acquisition agents </vt:lpstr>
      <vt:lpstr>2. Data validation agents </vt:lpstr>
      <vt:lpstr>2. Data validation agents </vt:lpstr>
      <vt:lpstr>2. Data validation agents </vt:lpstr>
      <vt:lpstr>3. Emission calculation </vt:lpstr>
      <vt:lpstr>3. Emission calculation </vt:lpstr>
      <vt:lpstr>3. Emission calculation </vt:lpstr>
      <vt:lpstr>PowerPoint Presentation</vt:lpstr>
      <vt:lpstr>Scope 3 as Part of Sustainable Investment, Climate Risk Management and Portfolio Management Decision Making - Candidates (Illustrative)  </vt:lpstr>
      <vt:lpstr>Climate adjusted financial metrics - from George to build and layer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Rosario, Karina</dc:creator>
  <cp:lastModifiedBy>Amil Pasic</cp:lastModifiedBy>
  <cp:revision>2</cp:revision>
  <cp:lastPrinted>2025-05-21T18:28:47Z</cp:lastPrinted>
  <dcterms:created xsi:type="dcterms:W3CDTF">2025-04-11T15:50:37Z</dcterms:created>
  <dcterms:modified xsi:type="dcterms:W3CDTF">2025-08-27T08:05:12Z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0x01010033622620D4E8B44B804FE25A8ADB72D1</vt:lpwstr>
  </property>
  <property fmtid="{D5CDD505-2E9C-101B-9397-08002B2CF9AE}" pid="3" name="MediaServiceImageTags">
    <vt:lpwstr/>
  </property>
</Properties>
</file>